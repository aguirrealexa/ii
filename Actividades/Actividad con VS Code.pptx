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  <p:sldMasterId id="2147483662" r:id="rId5"/>
    <p:sldMasterId id="2147483676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y="5143500" cx="9144000"/>
  <p:notesSz cx="6858000" cy="9144000"/>
  <p:embeddedFontLst>
    <p:embeddedFont>
      <p:font typeface="Rajdhani"/>
      <p:regular r:id="rId23"/>
      <p:bold r:id="rId24"/>
    </p:embeddedFont>
    <p:embeddedFont>
      <p:font typeface="Open Sans"/>
      <p:regular r:id="rId25"/>
      <p:bold r:id="rId26"/>
      <p:italic r:id="rId27"/>
      <p:boldItalic r:id="rId28"/>
    </p:embeddedFont>
    <p:embeddedFont>
      <p:font typeface="Karla"/>
      <p:regular r:id="rId29"/>
      <p:bold r:id="rId30"/>
      <p:italic r:id="rId31"/>
      <p:boldItalic r:id="rId3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http://customooxmlschemas.google.com/">
      <go:slidesCustomData xmlns:go="http://customooxmlschemas.google.com/" r:id="rId33" roundtripDataSignature="AMtx7mg36zprArEoAh3vCq/aJJgVp9/hW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font" Target="fonts/Rajdhani-bold.fntdata"/><Relationship Id="rId23" Type="http://schemas.openxmlformats.org/officeDocument/2006/relationships/font" Target="fonts/Rajdhani-regular.fntdata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26" Type="http://schemas.openxmlformats.org/officeDocument/2006/relationships/font" Target="fonts/OpenSans-bold.fntdata"/><Relationship Id="rId25" Type="http://schemas.openxmlformats.org/officeDocument/2006/relationships/font" Target="fonts/OpenSans-regular.fntdata"/><Relationship Id="rId28" Type="http://schemas.openxmlformats.org/officeDocument/2006/relationships/font" Target="fonts/OpenSans-boldItalic.fntdata"/><Relationship Id="rId27" Type="http://schemas.openxmlformats.org/officeDocument/2006/relationships/font" Target="fonts/OpenSans-italic.fntdata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29" Type="http://schemas.openxmlformats.org/officeDocument/2006/relationships/font" Target="fonts/Karla-regular.fntdata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font" Target="fonts/Karla-italic.fntdata"/><Relationship Id="rId30" Type="http://schemas.openxmlformats.org/officeDocument/2006/relationships/font" Target="fonts/Karla-bold.fntdata"/><Relationship Id="rId11" Type="http://schemas.openxmlformats.org/officeDocument/2006/relationships/slide" Target="slides/slide4.xml"/><Relationship Id="rId33" Type="http://customschemas.google.com/relationships/presentationmetadata" Target="metadata"/><Relationship Id="rId10" Type="http://schemas.openxmlformats.org/officeDocument/2006/relationships/slide" Target="slides/slide3.xml"/><Relationship Id="rId32" Type="http://schemas.openxmlformats.org/officeDocument/2006/relationships/font" Target="fonts/Karla-boldItalic.fntdata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c48bfaac81_0_4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8" name="Google Shape;128;gc48bfaac81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c48bfaac81_0_4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3" name="Google Shape;133;gc48bfaac81_0_4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c544f99de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c544f99de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c48bfaac81_0_1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7" name="Google Shape;147;gc48bfaac81_0_1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c544f99de1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c544f99de1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c5078d61a7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c5078d61a7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c544f99de1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c544f99de1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c5078d61a7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3" name="Google Shape;173;gc5078d61a7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c544f99de1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c544f99de1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c5078d61a7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c5078d61a7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c544f99de1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c544f99de1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c48bfaac81_0_3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3" name="Google Shape;203;gc48bfaac81_0_3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c48bfaac81_0_3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8" name="Google Shape;218;gc48bfaac81_0_3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c48bfaac81_0_3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2" name="Google Shape;232;gc48bfaac81_0_3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c48bfaac81_0_4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7" name="Google Shape;247;gc48bfaac81_0_4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Relationship Id="rId3" Type="http://schemas.openxmlformats.org/officeDocument/2006/relationships/image" Target="../media/image5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jpg"/><Relationship Id="rId3" Type="http://schemas.openxmlformats.org/officeDocument/2006/relationships/image" Target="../media/image7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6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.jpg"/><Relationship Id="rId3" Type="http://schemas.openxmlformats.org/officeDocument/2006/relationships/image" Target="../media/image7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ortada">
  <p:cSld name="CUSTOM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7;gc48bfaac81_0_79"/>
          <p:cNvSpPr txBox="1"/>
          <p:nvPr>
            <p:ph type="title"/>
          </p:nvPr>
        </p:nvSpPr>
        <p:spPr>
          <a:xfrm>
            <a:off x="3519224" y="988675"/>
            <a:ext cx="5237700" cy="286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  <a:defRPr b="1" i="0" sz="5000" u="none" cap="none" strike="noStrike">
                <a:solidFill>
                  <a:srgbClr val="FFFFFF"/>
                </a:solidFill>
                <a:latin typeface="Rajdhani"/>
                <a:ea typeface="Rajdhani"/>
                <a:cs typeface="Rajdhani"/>
                <a:sym typeface="Rajdhan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  <a:defRPr b="1" i="0" sz="5000" u="none" cap="none" strike="noStrike">
                <a:solidFill>
                  <a:srgbClr val="FFFFFF"/>
                </a:solidFill>
                <a:latin typeface="Rajdhani"/>
                <a:ea typeface="Rajdhani"/>
                <a:cs typeface="Rajdhani"/>
                <a:sym typeface="Rajdhan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  <a:defRPr b="1" i="0" sz="5000" u="none" cap="none" strike="noStrike">
                <a:solidFill>
                  <a:srgbClr val="FFFFFF"/>
                </a:solidFill>
                <a:latin typeface="Rajdhani"/>
                <a:ea typeface="Rajdhani"/>
                <a:cs typeface="Rajdhani"/>
                <a:sym typeface="Rajdhan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  <a:defRPr b="1" i="0" sz="5000" u="none" cap="none" strike="noStrike">
                <a:solidFill>
                  <a:srgbClr val="FFFFFF"/>
                </a:solidFill>
                <a:latin typeface="Rajdhani"/>
                <a:ea typeface="Rajdhani"/>
                <a:cs typeface="Rajdhani"/>
                <a:sym typeface="Rajdhan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  <a:defRPr b="1" i="0" sz="5000" u="none" cap="none" strike="noStrike">
                <a:solidFill>
                  <a:srgbClr val="FFFFFF"/>
                </a:solidFill>
                <a:latin typeface="Rajdhani"/>
                <a:ea typeface="Rajdhani"/>
                <a:cs typeface="Rajdhani"/>
                <a:sym typeface="Rajdhan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  <a:defRPr b="1" i="0" sz="5000" u="none" cap="none" strike="noStrike">
                <a:solidFill>
                  <a:srgbClr val="FFFFFF"/>
                </a:solidFill>
                <a:latin typeface="Rajdhani"/>
                <a:ea typeface="Rajdhani"/>
                <a:cs typeface="Rajdhani"/>
                <a:sym typeface="Rajdhan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  <a:defRPr b="1" i="0" sz="5000" u="none" cap="none" strike="noStrike">
                <a:solidFill>
                  <a:srgbClr val="FFFFFF"/>
                </a:solidFill>
                <a:latin typeface="Rajdhani"/>
                <a:ea typeface="Rajdhani"/>
                <a:cs typeface="Rajdhani"/>
                <a:sym typeface="Rajdhan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  <a:defRPr b="1" i="0" sz="5000" u="none" cap="none" strike="noStrike">
                <a:solidFill>
                  <a:srgbClr val="FFFFFF"/>
                </a:solidFill>
                <a:latin typeface="Rajdhani"/>
                <a:ea typeface="Rajdhani"/>
                <a:cs typeface="Rajdhani"/>
                <a:sym typeface="Rajdhan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  <a:defRPr b="1" i="0" sz="5000" u="none" cap="none" strike="noStrike">
                <a:solidFill>
                  <a:srgbClr val="FFFFFF"/>
                </a:solidFill>
                <a:latin typeface="Rajdhani"/>
                <a:ea typeface="Rajdhani"/>
                <a:cs typeface="Rajdhani"/>
                <a:sym typeface="Rajdhani"/>
              </a:defRPr>
            </a:lvl9pPr>
          </a:lstStyle>
          <a:p/>
        </p:txBody>
      </p:sp>
      <p:pic>
        <p:nvPicPr>
          <p:cNvPr id="8" name="Google Shape;8;gc48bfaac81_0_79"/>
          <p:cNvPicPr preferRelativeResize="0"/>
          <p:nvPr/>
        </p:nvPicPr>
        <p:blipFill rotWithShape="1">
          <a:blip r:embed="rId3">
            <a:alphaModFix/>
          </a:blip>
          <a:srcRect b="0" l="5658" r="5649" t="0"/>
          <a:stretch/>
        </p:blipFill>
        <p:spPr>
          <a:xfrm>
            <a:off x="5888950" y="3624550"/>
            <a:ext cx="2675822" cy="1117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c48bfaac81_0_4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●"/>
              <a:defRPr b="0" i="0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○"/>
              <a:defRPr b="0" i="0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■"/>
              <a:defRPr b="0" i="0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●"/>
              <a:defRPr b="0" i="0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○"/>
              <a:defRPr b="0" i="0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■"/>
              <a:defRPr b="0" i="0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●"/>
              <a:defRPr b="0" i="0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○"/>
              <a:defRPr b="0" i="0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■"/>
              <a:defRPr b="0" i="0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gc48bfaac81_0_4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gc48bfaac81_0_49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●"/>
              <a:defRPr b="0" i="0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○"/>
              <a:defRPr b="0" i="0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■"/>
              <a:defRPr b="0" i="0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●"/>
              <a:defRPr b="0" i="0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○"/>
              <a:defRPr b="0" i="0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■"/>
              <a:defRPr b="0" i="0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●"/>
              <a:defRPr b="0" i="0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○"/>
              <a:defRPr b="0" i="0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■"/>
              <a:defRPr b="0" i="0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gc48bfaac81_0_5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" name="Google Shape;16;gc48bfaac81_0_5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gc48bfaac81_0_5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9" name="Google Shape;19;gc48bfaac81_0_54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048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048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048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0" name="Google Shape;20;gc48bfaac81_0_54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048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048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048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gc48bfaac81_0_5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gc48bfaac81_0_60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○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■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○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■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○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■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5" name="Google Shape;25;gc48bfaac81_0_60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048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048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048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gc48bfaac81_0_63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Char char="●"/>
              <a:defRPr b="0" i="0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Char char="○"/>
              <a:defRPr b="0" i="0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Char char="■"/>
              <a:defRPr b="0" i="0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Char char="●"/>
              <a:defRPr b="0" i="0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Char char="○"/>
              <a:defRPr b="0" i="0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Char char="■"/>
              <a:defRPr b="0" i="0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Char char="●"/>
              <a:defRPr b="0" i="0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Char char="○"/>
              <a:defRPr b="0" i="0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Char char="■"/>
              <a:defRPr b="0" i="0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gc48bfaac81_0_65"/>
          <p:cNvSpPr/>
          <p:nvPr/>
        </p:nvSpPr>
        <p:spPr>
          <a:xfrm>
            <a:off x="4572000" y="-125"/>
            <a:ext cx="4572000" cy="4683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gc48bfaac81_0_65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Char char="●"/>
              <a:defRPr b="0" i="0" sz="4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Char char="○"/>
              <a:defRPr b="0" i="0" sz="4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Char char="■"/>
              <a:defRPr b="0" i="0" sz="4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Char char="●"/>
              <a:defRPr b="0" i="0" sz="4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Char char="○"/>
              <a:defRPr b="0" i="0" sz="4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Char char="■"/>
              <a:defRPr b="0" i="0" sz="4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Char char="●"/>
              <a:defRPr b="0" i="0" sz="4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Char char="○"/>
              <a:defRPr b="0" i="0" sz="4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Char char="■"/>
              <a:defRPr b="0" i="0" sz="4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1" name="Google Shape;31;gc48bfaac81_0_65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b="0" i="0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b="0" i="0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b="0" i="0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b="0" i="0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b="0" i="0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b="0" i="0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b="0" i="0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b="0" i="0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b="0" i="0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2" name="Google Shape;32;gc48bfaac81_0_65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gc48bfaac81_0_7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gc48bfaac81_0_72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0"/>
              <a:buFont typeface="Arial"/>
              <a:buChar char="●"/>
              <a:defRPr b="0" i="0" sz="1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0"/>
              <a:buFont typeface="Arial"/>
              <a:buChar char="○"/>
              <a:defRPr b="0" i="0" sz="1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0"/>
              <a:buFont typeface="Arial"/>
              <a:buChar char="■"/>
              <a:defRPr b="0" i="0" sz="1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0"/>
              <a:buFont typeface="Arial"/>
              <a:buChar char="●"/>
              <a:defRPr b="0" i="0" sz="1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0"/>
              <a:buFont typeface="Arial"/>
              <a:buChar char="○"/>
              <a:defRPr b="0" i="0" sz="1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0"/>
              <a:buFont typeface="Arial"/>
              <a:buChar char="■"/>
              <a:defRPr b="0" i="0" sz="1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0"/>
              <a:buFont typeface="Arial"/>
              <a:buChar char="●"/>
              <a:defRPr b="0" i="0" sz="1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0"/>
              <a:buFont typeface="Arial"/>
              <a:buChar char="○"/>
              <a:defRPr b="0" i="0" sz="1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0"/>
              <a:buFont typeface="Arial"/>
              <a:buChar char="■"/>
              <a:defRPr b="0" i="0" sz="1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t>xx%</a:t>
            </a:r>
          </a:p>
        </p:txBody>
      </p:sp>
      <p:sp>
        <p:nvSpPr>
          <p:cNvPr id="37" name="Google Shape;37;gc48bfaac81_0_72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seño personalizado 1">
  <p:cSld name="CUSTOM_1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gc48bfaac81_0_76"/>
          <p:cNvSpPr/>
          <p:nvPr/>
        </p:nvSpPr>
        <p:spPr>
          <a:xfrm>
            <a:off x="-148900" y="-94750"/>
            <a:ext cx="9488400" cy="5360100"/>
          </a:xfrm>
          <a:prstGeom prst="rect">
            <a:avLst/>
          </a:prstGeom>
          <a:solidFill>
            <a:srgbClr val="33383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1" name="Google Shape;41;gc48bfaac81_0_7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241700" y="2367187"/>
            <a:ext cx="2355801" cy="561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c48bfaac81_0_17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8" name="Google Shape;48;gc48bfaac81_0_17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gc48bfaac81_0_170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●"/>
              <a:defRPr b="0" i="0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○"/>
              <a:defRPr b="0" i="0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■"/>
              <a:defRPr b="0" i="0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●"/>
              <a:defRPr b="0" i="0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○"/>
              <a:defRPr b="0" i="0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■"/>
              <a:defRPr b="0" i="0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●"/>
              <a:defRPr b="0" i="0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○"/>
              <a:defRPr b="0" i="0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■"/>
              <a:defRPr b="0" i="0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1" name="Google Shape;51;gc48bfaac81_0_170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c48bfaac81_0_17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●"/>
              <a:defRPr b="0" i="0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○"/>
              <a:defRPr b="0" i="0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■"/>
              <a:defRPr b="0" i="0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●"/>
              <a:defRPr b="0" i="0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○"/>
              <a:defRPr b="0" i="0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■"/>
              <a:defRPr b="0" i="0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●"/>
              <a:defRPr b="0" i="0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○"/>
              <a:defRPr b="0" i="0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■"/>
              <a:defRPr b="0" i="0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c48bfaac81_0_17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6" name="Google Shape;56;gc48bfaac81_0_178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048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048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048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7" name="Google Shape;57;gc48bfaac81_0_178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048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048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048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c48bfaac81_0_18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c48bfaac81_0_184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○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■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○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■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○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■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2" name="Google Shape;62;gc48bfaac81_0_184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048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048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048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c48bfaac81_0_187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Char char="●"/>
              <a:defRPr b="0" i="0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Char char="○"/>
              <a:defRPr b="0" i="0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Char char="■"/>
              <a:defRPr b="0" i="0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Char char="●"/>
              <a:defRPr b="0" i="0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Char char="○"/>
              <a:defRPr b="0" i="0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Char char="■"/>
              <a:defRPr b="0" i="0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Char char="●"/>
              <a:defRPr b="0" i="0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Char char="○"/>
              <a:defRPr b="0" i="0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Char char="■"/>
              <a:defRPr b="0" i="0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c48bfaac81_0_189"/>
          <p:cNvSpPr/>
          <p:nvPr/>
        </p:nvSpPr>
        <p:spPr>
          <a:xfrm>
            <a:off x="4572000" y="-125"/>
            <a:ext cx="4572000" cy="4683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gc48bfaac81_0_18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Char char="●"/>
              <a:defRPr b="0" i="0" sz="4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Char char="○"/>
              <a:defRPr b="0" i="0" sz="4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Char char="■"/>
              <a:defRPr b="0" i="0" sz="4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Char char="●"/>
              <a:defRPr b="0" i="0" sz="4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Char char="○"/>
              <a:defRPr b="0" i="0" sz="4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Char char="■"/>
              <a:defRPr b="0" i="0" sz="4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Char char="●"/>
              <a:defRPr b="0" i="0" sz="4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Char char="○"/>
              <a:defRPr b="0" i="0" sz="4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Char char="■"/>
              <a:defRPr b="0" i="0" sz="4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8" name="Google Shape;68;gc48bfaac81_0_18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b="0" i="0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b="0" i="0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b="0" i="0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b="0" i="0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b="0" i="0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b="0" i="0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b="0" i="0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b="0" i="0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b="0" i="0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9" name="Google Shape;69;gc48bfaac81_0_18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c48bfaac81_0_194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c48bfaac81_0_196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0"/>
              <a:buFont typeface="Arial"/>
              <a:buChar char="●"/>
              <a:defRPr b="0" i="0" sz="1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0"/>
              <a:buFont typeface="Arial"/>
              <a:buChar char="○"/>
              <a:defRPr b="0" i="0" sz="1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0"/>
              <a:buFont typeface="Arial"/>
              <a:buChar char="■"/>
              <a:defRPr b="0" i="0" sz="1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0"/>
              <a:buFont typeface="Arial"/>
              <a:buChar char="●"/>
              <a:defRPr b="0" i="0" sz="1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0"/>
              <a:buFont typeface="Arial"/>
              <a:buChar char="○"/>
              <a:defRPr b="0" i="0" sz="1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0"/>
              <a:buFont typeface="Arial"/>
              <a:buChar char="■"/>
              <a:defRPr b="0" i="0" sz="1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0"/>
              <a:buFont typeface="Arial"/>
              <a:buChar char="●"/>
              <a:defRPr b="0" i="0" sz="1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0"/>
              <a:buFont typeface="Arial"/>
              <a:buChar char="○"/>
              <a:defRPr b="0" i="0" sz="1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0"/>
              <a:buFont typeface="Arial"/>
              <a:buChar char="■"/>
              <a:defRPr b="0" i="0" sz="1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t>xx%</a:t>
            </a:r>
          </a:p>
        </p:txBody>
      </p:sp>
      <p:sp>
        <p:nvSpPr>
          <p:cNvPr id="74" name="Google Shape;74;gc48bfaac81_0_196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seño personalizado 1">
  <p:cSld name="CUSTOM_1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c48bfaac81_0_200"/>
          <p:cNvSpPr/>
          <p:nvPr/>
        </p:nvSpPr>
        <p:spPr>
          <a:xfrm>
            <a:off x="-148900" y="-94750"/>
            <a:ext cx="9488400" cy="5360100"/>
          </a:xfrm>
          <a:prstGeom prst="rect">
            <a:avLst/>
          </a:prstGeom>
          <a:solidFill>
            <a:srgbClr val="33383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8" name="Google Shape;78;gc48bfaac81_0_20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241700" y="2367187"/>
            <a:ext cx="2355801" cy="561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ortada">
  <p:cSld name="CUSTOM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c48bfaac81_0_203"/>
          <p:cNvSpPr txBox="1"/>
          <p:nvPr>
            <p:ph type="title"/>
          </p:nvPr>
        </p:nvSpPr>
        <p:spPr>
          <a:xfrm>
            <a:off x="3519224" y="988675"/>
            <a:ext cx="5237700" cy="286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  <a:defRPr b="1" i="0" sz="5000" u="none" cap="none" strike="noStrike">
                <a:solidFill>
                  <a:srgbClr val="FFFFFF"/>
                </a:solidFill>
                <a:latin typeface="Rajdhani"/>
                <a:ea typeface="Rajdhani"/>
                <a:cs typeface="Rajdhani"/>
                <a:sym typeface="Rajdhan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  <a:defRPr b="1" i="0" sz="5000" u="none" cap="none" strike="noStrike">
                <a:solidFill>
                  <a:srgbClr val="FFFFFF"/>
                </a:solidFill>
                <a:latin typeface="Rajdhani"/>
                <a:ea typeface="Rajdhani"/>
                <a:cs typeface="Rajdhani"/>
                <a:sym typeface="Rajdhan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  <a:defRPr b="1" i="0" sz="5000" u="none" cap="none" strike="noStrike">
                <a:solidFill>
                  <a:srgbClr val="FFFFFF"/>
                </a:solidFill>
                <a:latin typeface="Rajdhani"/>
                <a:ea typeface="Rajdhani"/>
                <a:cs typeface="Rajdhani"/>
                <a:sym typeface="Rajdhan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  <a:defRPr b="1" i="0" sz="5000" u="none" cap="none" strike="noStrike">
                <a:solidFill>
                  <a:srgbClr val="FFFFFF"/>
                </a:solidFill>
                <a:latin typeface="Rajdhani"/>
                <a:ea typeface="Rajdhani"/>
                <a:cs typeface="Rajdhani"/>
                <a:sym typeface="Rajdhan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  <a:defRPr b="1" i="0" sz="5000" u="none" cap="none" strike="noStrike">
                <a:solidFill>
                  <a:srgbClr val="FFFFFF"/>
                </a:solidFill>
                <a:latin typeface="Rajdhani"/>
                <a:ea typeface="Rajdhani"/>
                <a:cs typeface="Rajdhani"/>
                <a:sym typeface="Rajdhan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  <a:defRPr b="1" i="0" sz="5000" u="none" cap="none" strike="noStrike">
                <a:solidFill>
                  <a:srgbClr val="FFFFFF"/>
                </a:solidFill>
                <a:latin typeface="Rajdhani"/>
                <a:ea typeface="Rajdhani"/>
                <a:cs typeface="Rajdhani"/>
                <a:sym typeface="Rajdhan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  <a:defRPr b="1" i="0" sz="5000" u="none" cap="none" strike="noStrike">
                <a:solidFill>
                  <a:srgbClr val="FFFFFF"/>
                </a:solidFill>
                <a:latin typeface="Rajdhani"/>
                <a:ea typeface="Rajdhani"/>
                <a:cs typeface="Rajdhani"/>
                <a:sym typeface="Rajdhan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  <a:defRPr b="1" i="0" sz="5000" u="none" cap="none" strike="noStrike">
                <a:solidFill>
                  <a:srgbClr val="FFFFFF"/>
                </a:solidFill>
                <a:latin typeface="Rajdhani"/>
                <a:ea typeface="Rajdhani"/>
                <a:cs typeface="Rajdhani"/>
                <a:sym typeface="Rajdhan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  <a:defRPr b="1" i="0" sz="5000" u="none" cap="none" strike="noStrike">
                <a:solidFill>
                  <a:srgbClr val="FFFFFF"/>
                </a:solidFill>
                <a:latin typeface="Rajdhani"/>
                <a:ea typeface="Rajdhani"/>
                <a:cs typeface="Rajdhani"/>
                <a:sym typeface="Rajdhani"/>
              </a:defRPr>
            </a:lvl9pPr>
          </a:lstStyle>
          <a:p/>
        </p:txBody>
      </p:sp>
      <p:pic>
        <p:nvPicPr>
          <p:cNvPr id="81" name="Google Shape;81;gc48bfaac81_0_20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65149" y="3700742"/>
            <a:ext cx="2416852" cy="1009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seño personalizado 1">
  <p:cSld name="CUSTOM_1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c48bfaac81_0_489"/>
          <p:cNvSpPr/>
          <p:nvPr/>
        </p:nvSpPr>
        <p:spPr>
          <a:xfrm>
            <a:off x="-148900" y="-94750"/>
            <a:ext cx="9488400" cy="5360100"/>
          </a:xfrm>
          <a:prstGeom prst="rect">
            <a:avLst/>
          </a:prstGeom>
          <a:solidFill>
            <a:srgbClr val="33383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2" name="Google Shape;92;gc48bfaac81_0_48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241700" y="2367187"/>
            <a:ext cx="2355801" cy="561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c48bfaac81_0_459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●"/>
              <a:defRPr b="0" i="0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○"/>
              <a:defRPr b="0" i="0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■"/>
              <a:defRPr b="0" i="0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●"/>
              <a:defRPr b="0" i="0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○"/>
              <a:defRPr b="0" i="0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■"/>
              <a:defRPr b="0" i="0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●"/>
              <a:defRPr b="0" i="0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○"/>
              <a:defRPr b="0" i="0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■"/>
              <a:defRPr b="0" i="0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5" name="Google Shape;95;gc48bfaac81_0_459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c48bfaac81_0_462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●"/>
              <a:defRPr b="0" i="0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○"/>
              <a:defRPr b="0" i="0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■"/>
              <a:defRPr b="0" i="0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●"/>
              <a:defRPr b="0" i="0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○"/>
              <a:defRPr b="0" i="0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■"/>
              <a:defRPr b="0" i="0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●"/>
              <a:defRPr b="0" i="0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○"/>
              <a:defRPr b="0" i="0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■"/>
              <a:defRPr b="0" i="0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c48bfaac81_0_46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0" name="Google Shape;100;gc48bfaac81_0_46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c48bfaac81_0_46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3" name="Google Shape;103;gc48bfaac81_0_46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048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048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048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4" name="Google Shape;104;gc48bfaac81_0_46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048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048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048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c48bfaac81_0_47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c48bfaac81_0_473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○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■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○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■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○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■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9" name="Google Shape;109;gc48bfaac81_0_473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048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048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048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c48bfaac81_0_476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Char char="●"/>
              <a:defRPr b="0" i="0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Char char="○"/>
              <a:defRPr b="0" i="0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Char char="■"/>
              <a:defRPr b="0" i="0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Char char="●"/>
              <a:defRPr b="0" i="0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Char char="○"/>
              <a:defRPr b="0" i="0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Char char="■"/>
              <a:defRPr b="0" i="0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Char char="●"/>
              <a:defRPr b="0" i="0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Char char="○"/>
              <a:defRPr b="0" i="0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Char char="■"/>
              <a:defRPr b="0" i="0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c48bfaac81_0_478"/>
          <p:cNvSpPr/>
          <p:nvPr/>
        </p:nvSpPr>
        <p:spPr>
          <a:xfrm>
            <a:off x="4572000" y="-125"/>
            <a:ext cx="4572000" cy="4683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gc48bfaac81_0_478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Char char="●"/>
              <a:defRPr b="0" i="0" sz="4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Char char="○"/>
              <a:defRPr b="0" i="0" sz="4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Char char="■"/>
              <a:defRPr b="0" i="0" sz="4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Char char="●"/>
              <a:defRPr b="0" i="0" sz="4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Char char="○"/>
              <a:defRPr b="0" i="0" sz="4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Char char="■"/>
              <a:defRPr b="0" i="0" sz="4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Char char="●"/>
              <a:defRPr b="0" i="0" sz="4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Char char="○"/>
              <a:defRPr b="0" i="0" sz="4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Char char="■"/>
              <a:defRPr b="0" i="0" sz="4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5" name="Google Shape;115;gc48bfaac81_0_478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b="0" i="0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b="0" i="0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b="0" i="0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b="0" i="0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b="0" i="0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b="0" i="0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b="0" i="0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b="0" i="0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b="0" i="0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6" name="Google Shape;116;gc48bfaac81_0_478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c48bfaac81_0_483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c48bfaac81_0_485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0"/>
              <a:buFont typeface="Arial"/>
              <a:buChar char="●"/>
              <a:defRPr b="0" i="0" sz="1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0"/>
              <a:buFont typeface="Arial"/>
              <a:buChar char="○"/>
              <a:defRPr b="0" i="0" sz="1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0"/>
              <a:buFont typeface="Arial"/>
              <a:buChar char="■"/>
              <a:defRPr b="0" i="0" sz="1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0"/>
              <a:buFont typeface="Arial"/>
              <a:buChar char="●"/>
              <a:defRPr b="0" i="0" sz="1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0"/>
              <a:buFont typeface="Arial"/>
              <a:buChar char="○"/>
              <a:defRPr b="0" i="0" sz="1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0"/>
              <a:buFont typeface="Arial"/>
              <a:buChar char="■"/>
              <a:defRPr b="0" i="0" sz="1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0"/>
              <a:buFont typeface="Arial"/>
              <a:buChar char="●"/>
              <a:defRPr b="0" i="0" sz="1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0"/>
              <a:buFont typeface="Arial"/>
              <a:buChar char="○"/>
              <a:defRPr b="0" i="0" sz="1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0"/>
              <a:buFont typeface="Arial"/>
              <a:buChar char="■"/>
              <a:defRPr b="0" i="0" sz="1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t>xx%</a:t>
            </a:r>
          </a:p>
        </p:txBody>
      </p:sp>
      <p:sp>
        <p:nvSpPr>
          <p:cNvPr id="121" name="Google Shape;121;gc48bfaac81_0_485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ortada">
  <p:cSld name="CUSTOM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c48bfaac81_0_492"/>
          <p:cNvSpPr txBox="1"/>
          <p:nvPr>
            <p:ph type="title"/>
          </p:nvPr>
        </p:nvSpPr>
        <p:spPr>
          <a:xfrm>
            <a:off x="3519224" y="988675"/>
            <a:ext cx="5237700" cy="286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  <a:defRPr b="1" i="0" sz="5000" u="none" cap="none" strike="noStrike">
                <a:solidFill>
                  <a:srgbClr val="FFFFFF"/>
                </a:solidFill>
                <a:latin typeface="Rajdhani"/>
                <a:ea typeface="Rajdhani"/>
                <a:cs typeface="Rajdhani"/>
                <a:sym typeface="Rajdhan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  <a:defRPr b="1" i="0" sz="5000" u="none" cap="none" strike="noStrike">
                <a:solidFill>
                  <a:srgbClr val="FFFFFF"/>
                </a:solidFill>
                <a:latin typeface="Rajdhani"/>
                <a:ea typeface="Rajdhani"/>
                <a:cs typeface="Rajdhani"/>
                <a:sym typeface="Rajdhan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  <a:defRPr b="1" i="0" sz="5000" u="none" cap="none" strike="noStrike">
                <a:solidFill>
                  <a:srgbClr val="FFFFFF"/>
                </a:solidFill>
                <a:latin typeface="Rajdhani"/>
                <a:ea typeface="Rajdhani"/>
                <a:cs typeface="Rajdhani"/>
                <a:sym typeface="Rajdhan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  <a:defRPr b="1" i="0" sz="5000" u="none" cap="none" strike="noStrike">
                <a:solidFill>
                  <a:srgbClr val="FFFFFF"/>
                </a:solidFill>
                <a:latin typeface="Rajdhani"/>
                <a:ea typeface="Rajdhani"/>
                <a:cs typeface="Rajdhani"/>
                <a:sym typeface="Rajdhan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  <a:defRPr b="1" i="0" sz="5000" u="none" cap="none" strike="noStrike">
                <a:solidFill>
                  <a:srgbClr val="FFFFFF"/>
                </a:solidFill>
                <a:latin typeface="Rajdhani"/>
                <a:ea typeface="Rajdhani"/>
                <a:cs typeface="Rajdhani"/>
                <a:sym typeface="Rajdhan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  <a:defRPr b="1" i="0" sz="5000" u="none" cap="none" strike="noStrike">
                <a:solidFill>
                  <a:srgbClr val="FFFFFF"/>
                </a:solidFill>
                <a:latin typeface="Rajdhani"/>
                <a:ea typeface="Rajdhani"/>
                <a:cs typeface="Rajdhani"/>
                <a:sym typeface="Rajdhan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  <a:defRPr b="1" i="0" sz="5000" u="none" cap="none" strike="noStrike">
                <a:solidFill>
                  <a:srgbClr val="FFFFFF"/>
                </a:solidFill>
                <a:latin typeface="Rajdhani"/>
                <a:ea typeface="Rajdhani"/>
                <a:cs typeface="Rajdhani"/>
                <a:sym typeface="Rajdhan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  <a:defRPr b="1" i="0" sz="5000" u="none" cap="none" strike="noStrike">
                <a:solidFill>
                  <a:srgbClr val="FFFFFF"/>
                </a:solidFill>
                <a:latin typeface="Rajdhani"/>
                <a:ea typeface="Rajdhani"/>
                <a:cs typeface="Rajdhani"/>
                <a:sym typeface="Rajdhan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  <a:defRPr b="1" i="0" sz="5000" u="none" cap="none" strike="noStrike">
                <a:solidFill>
                  <a:srgbClr val="FFFFFF"/>
                </a:solidFill>
                <a:latin typeface="Rajdhani"/>
                <a:ea typeface="Rajdhani"/>
                <a:cs typeface="Rajdhani"/>
                <a:sym typeface="Rajdhani"/>
              </a:defRPr>
            </a:lvl9pPr>
          </a:lstStyle>
          <a:p/>
        </p:txBody>
      </p:sp>
      <p:pic>
        <p:nvPicPr>
          <p:cNvPr id="125" name="Google Shape;125;gc48bfaac81_0_49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65149" y="3700742"/>
            <a:ext cx="2416852" cy="1009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3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3" Type="http://schemas.openxmlformats.org/officeDocument/2006/relationships/slideLayout" Target="../slideLayouts/slideLayout25.xml"/><Relationship Id="rId12" Type="http://schemas.openxmlformats.org/officeDocument/2006/relationships/slideLayout" Target="../slideLayouts/slideLayout24.xml"/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5" Type="http://schemas.openxmlformats.org/officeDocument/2006/relationships/theme" Target="../theme/theme4.xml"/><Relationship Id="rId14" Type="http://schemas.openxmlformats.org/officeDocument/2006/relationships/slideLayout" Target="../slideLayouts/slideLayout26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/Relationships>
</file>

<file path=ppt/slideMasters/_rels/slideMaster3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35.xml"/><Relationship Id="rId13" Type="http://schemas.openxmlformats.org/officeDocument/2006/relationships/slideLayout" Target="../slideLayouts/slideLayout38.xml"/><Relationship Id="rId12" Type="http://schemas.openxmlformats.org/officeDocument/2006/relationships/slideLayout" Target="../slideLayouts/slideLayout37.xml"/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27.xml"/><Relationship Id="rId3" Type="http://schemas.openxmlformats.org/officeDocument/2006/relationships/slideLayout" Target="../slideLayouts/slideLayout28.xml"/><Relationship Id="rId4" Type="http://schemas.openxmlformats.org/officeDocument/2006/relationships/slideLayout" Target="../slideLayouts/slideLayout29.xml"/><Relationship Id="rId9" Type="http://schemas.openxmlformats.org/officeDocument/2006/relationships/slideLayout" Target="../slideLayouts/slideLayout34.xml"/><Relationship Id="rId15" Type="http://schemas.openxmlformats.org/officeDocument/2006/relationships/theme" Target="../theme/theme1.xml"/><Relationship Id="rId14" Type="http://schemas.openxmlformats.org/officeDocument/2006/relationships/slideLayout" Target="../slideLayouts/slideLayout39.xml"/><Relationship Id="rId5" Type="http://schemas.openxmlformats.org/officeDocument/2006/relationships/slideLayout" Target="../slideLayouts/slideLayout30.xml"/><Relationship Id="rId6" Type="http://schemas.openxmlformats.org/officeDocument/2006/relationships/slideLayout" Target="../slideLayouts/slideLayout31.xml"/><Relationship Id="rId7" Type="http://schemas.openxmlformats.org/officeDocument/2006/relationships/slideLayout" Target="../slideLayouts/slideLayout32.xml"/><Relationship Id="rId8" Type="http://schemas.openxmlformats.org/officeDocument/2006/relationships/slideLayout" Target="../slideLayouts/slideLayout3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gc48bfaac81_0_162"/>
          <p:cNvSpPr/>
          <p:nvPr/>
        </p:nvSpPr>
        <p:spPr>
          <a:xfrm>
            <a:off x="-15600" y="4856100"/>
            <a:ext cx="9175200" cy="332100"/>
          </a:xfrm>
          <a:prstGeom prst="rect">
            <a:avLst/>
          </a:prstGeom>
          <a:solidFill>
            <a:srgbClr val="EC183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gc48bfaac81_0_162"/>
          <p:cNvSpPr txBox="1"/>
          <p:nvPr/>
        </p:nvSpPr>
        <p:spPr>
          <a:xfrm>
            <a:off x="111657" y="4953600"/>
            <a:ext cx="2187900" cy="13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s" sz="9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Comandos de la terminal</a:t>
            </a:r>
            <a:endParaRPr b="0" i="0" sz="900" u="none" cap="none" strike="noStrike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45" name="Google Shape;45;gc48bfaac81_0_162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8074225" y="4931037"/>
            <a:ext cx="764551" cy="182226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  <p:sldLayoutId id="2147483675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3" name="Google Shape;83;gc48bfaac81_0_451"/>
          <p:cNvCxnSpPr/>
          <p:nvPr/>
        </p:nvCxnSpPr>
        <p:spPr>
          <a:xfrm>
            <a:off x="719925" y="-8000"/>
            <a:ext cx="8100" cy="4879500"/>
          </a:xfrm>
          <a:prstGeom prst="straightConnector1">
            <a:avLst/>
          </a:prstGeom>
          <a:noFill/>
          <a:ln cap="flat" cmpd="sng" w="9525">
            <a:solidFill>
              <a:srgbClr val="FCD8D6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84" name="Google Shape;84;gc48bfaac81_0_451"/>
          <p:cNvCxnSpPr/>
          <p:nvPr/>
        </p:nvCxnSpPr>
        <p:spPr>
          <a:xfrm>
            <a:off x="8419950" y="-8000"/>
            <a:ext cx="8100" cy="4879500"/>
          </a:xfrm>
          <a:prstGeom prst="straightConnector1">
            <a:avLst/>
          </a:prstGeom>
          <a:noFill/>
          <a:ln cap="flat" cmpd="sng" w="9525">
            <a:solidFill>
              <a:srgbClr val="FCD8D6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85" name="Google Shape;85;gc48bfaac81_0_451"/>
          <p:cNvCxnSpPr/>
          <p:nvPr/>
        </p:nvCxnSpPr>
        <p:spPr>
          <a:xfrm flipH="1" rot="10800000">
            <a:off x="-8000" y="1178475"/>
            <a:ext cx="9175200" cy="5400"/>
          </a:xfrm>
          <a:prstGeom prst="straightConnector1">
            <a:avLst/>
          </a:prstGeom>
          <a:noFill/>
          <a:ln cap="flat" cmpd="sng" w="9525">
            <a:solidFill>
              <a:srgbClr val="FCD8D6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86" name="Google Shape;86;gc48bfaac81_0_451"/>
          <p:cNvCxnSpPr/>
          <p:nvPr/>
        </p:nvCxnSpPr>
        <p:spPr>
          <a:xfrm flipH="1" rot="10800000">
            <a:off x="-15600" y="4860825"/>
            <a:ext cx="9175200" cy="5400"/>
          </a:xfrm>
          <a:prstGeom prst="straightConnector1">
            <a:avLst/>
          </a:prstGeom>
          <a:noFill/>
          <a:ln cap="flat" cmpd="sng" w="9525">
            <a:solidFill>
              <a:srgbClr val="FCD8D6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87" name="Google Shape;87;gc48bfaac81_0_451"/>
          <p:cNvSpPr/>
          <p:nvPr/>
        </p:nvSpPr>
        <p:spPr>
          <a:xfrm>
            <a:off x="-15600" y="4856100"/>
            <a:ext cx="9175200" cy="332100"/>
          </a:xfrm>
          <a:prstGeom prst="rect">
            <a:avLst/>
          </a:prstGeom>
          <a:solidFill>
            <a:srgbClr val="EC183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gc48bfaac81_0_451"/>
          <p:cNvSpPr txBox="1"/>
          <p:nvPr/>
        </p:nvSpPr>
        <p:spPr>
          <a:xfrm>
            <a:off x="111657" y="4953600"/>
            <a:ext cx="2187900" cy="13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s" sz="9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Título del ppt</a:t>
            </a:r>
            <a:endParaRPr b="0" i="0" sz="900" u="none" cap="none" strike="noStrike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89" name="Google Shape;89;gc48bfaac81_0_45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8074225" y="4931037"/>
            <a:ext cx="764551" cy="182226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77" r:id="rId2"/>
    <p:sldLayoutId id="2147483678" r:id="rId3"/>
    <p:sldLayoutId id="2147483679" r:id="rId4"/>
    <p:sldLayoutId id="2147483680" r:id="rId5"/>
    <p:sldLayoutId id="2147483681" r:id="rId6"/>
    <p:sldLayoutId id="2147483682" r:id="rId7"/>
    <p:sldLayoutId id="2147483683" r:id="rId8"/>
    <p:sldLayoutId id="2147483684" r:id="rId9"/>
    <p:sldLayoutId id="2147483685" r:id="rId10"/>
    <p:sldLayoutId id="2147483686" r:id="rId11"/>
    <p:sldLayoutId id="2147483687" r:id="rId12"/>
    <p:sldLayoutId id="2147483688" r:id="rId13"/>
    <p:sldLayoutId id="2147483689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.xml"/><Relationship Id="rId3" Type="http://schemas.openxmlformats.org/officeDocument/2006/relationships/slide" Target="/ppt/slides/slide3.xml"/><Relationship Id="rId4" Type="http://schemas.openxmlformats.org/officeDocument/2006/relationships/slide" Target="/ppt/slides/slide5.xml"/><Relationship Id="rId5" Type="http://schemas.openxmlformats.org/officeDocument/2006/relationships/slide" Target="/ppt/slides/slide7.xml"/><Relationship Id="rId6" Type="http://schemas.openxmlformats.org/officeDocument/2006/relationships/slide" Target="/ppt/slides/slide9.xml"/><Relationship Id="rId7" Type="http://schemas.openxmlformats.org/officeDocument/2006/relationships/slide" Target="/ppt/slides/slide11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c48bfaac81_0_41"/>
          <p:cNvSpPr txBox="1"/>
          <p:nvPr>
            <p:ph type="title"/>
          </p:nvPr>
        </p:nvSpPr>
        <p:spPr>
          <a:xfrm>
            <a:off x="4289805" y="1256945"/>
            <a:ext cx="4058100" cy="28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180000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ial"/>
              <a:buNone/>
            </a:pPr>
            <a:r>
              <a:rPr lang="es">
                <a:solidFill>
                  <a:schemeClr val="lt1"/>
                </a:solidFill>
              </a:rPr>
              <a:t>Actividad </a:t>
            </a:r>
            <a:endParaRPr>
              <a:solidFill>
                <a:schemeClr val="lt1"/>
              </a:solidFill>
            </a:endParaRPr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ial"/>
              <a:buNone/>
            </a:pPr>
            <a:r>
              <a:rPr lang="es">
                <a:solidFill>
                  <a:schemeClr val="lt1"/>
                </a:solidFill>
              </a:rPr>
              <a:t>VS Code</a:t>
            </a:r>
            <a:endParaRPr>
              <a:solidFill>
                <a:schemeClr val="lt1"/>
              </a:solidFill>
            </a:endParaRPr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c48bfaac81_0_495"/>
          <p:cNvSpPr txBox="1"/>
          <p:nvPr/>
        </p:nvSpPr>
        <p:spPr>
          <a:xfrm>
            <a:off x="3897550" y="1375575"/>
            <a:ext cx="4505400" cy="306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55600" lvl="0" marL="4572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000"/>
              <a:buFont typeface="Rajdhani"/>
              <a:buAutoNum type="arabicPeriod"/>
            </a:pPr>
            <a:r>
              <a:rPr b="1" lang="es" sz="2000" u="sng">
                <a:solidFill>
                  <a:schemeClr val="hlink"/>
                </a:solidFill>
                <a:latin typeface="Rajdhani"/>
                <a:ea typeface="Rajdhani"/>
                <a:cs typeface="Rajdhani"/>
                <a:sym typeface="Rajdhani"/>
                <a:hlinkClick action="ppaction://hlinksldjump" r:id="rId3"/>
              </a:rPr>
              <a:t>Consigna</a:t>
            </a:r>
            <a:endParaRPr b="1" i="0" sz="2000" u="none" cap="none" strike="noStrike">
              <a:solidFill>
                <a:srgbClr val="434343"/>
              </a:solidFill>
              <a:latin typeface="Rajdhani"/>
              <a:ea typeface="Rajdhani"/>
              <a:cs typeface="Rajdhani"/>
              <a:sym typeface="Rajdhani"/>
            </a:endParaRPr>
          </a:p>
          <a:p>
            <a:pPr indent="-355600" lvl="0" marL="4572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000"/>
              <a:buFont typeface="Rajdhani"/>
              <a:buAutoNum type="arabicPeriod"/>
            </a:pPr>
            <a:r>
              <a:rPr b="1" lang="es" sz="2000" u="sng">
                <a:solidFill>
                  <a:schemeClr val="hlink"/>
                </a:solidFill>
                <a:latin typeface="Rajdhani"/>
                <a:ea typeface="Rajdhani"/>
                <a:cs typeface="Rajdhani"/>
                <a:sym typeface="Rajdhani"/>
                <a:hlinkClick action="ppaction://hlinksldjump" r:id="rId4"/>
              </a:rPr>
              <a:t>Consola en VScode</a:t>
            </a:r>
            <a:endParaRPr b="1" sz="2000">
              <a:solidFill>
                <a:srgbClr val="434343"/>
              </a:solidFill>
              <a:latin typeface="Rajdhani"/>
              <a:ea typeface="Rajdhani"/>
              <a:cs typeface="Rajdhani"/>
              <a:sym typeface="Rajdhani"/>
            </a:endParaRPr>
          </a:p>
          <a:p>
            <a:pPr indent="-355600" lvl="0" marL="4572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000"/>
              <a:buFont typeface="Rajdhani"/>
              <a:buAutoNum type="arabicPeriod"/>
            </a:pPr>
            <a:r>
              <a:rPr b="1" lang="es" sz="2000" u="sng">
                <a:solidFill>
                  <a:schemeClr val="hlink"/>
                </a:solidFill>
                <a:latin typeface="Rajdhani"/>
                <a:ea typeface="Rajdhani"/>
                <a:cs typeface="Rajdhani"/>
                <a:sym typeface="Rajdhani"/>
                <a:hlinkClick action="ppaction://hlinksldjump" r:id="rId5"/>
              </a:rPr>
              <a:t>Comando pwd</a:t>
            </a:r>
            <a:endParaRPr b="1" sz="2000">
              <a:solidFill>
                <a:srgbClr val="434343"/>
              </a:solidFill>
              <a:latin typeface="Rajdhani"/>
              <a:ea typeface="Rajdhani"/>
              <a:cs typeface="Rajdhani"/>
              <a:sym typeface="Rajdhani"/>
            </a:endParaRPr>
          </a:p>
          <a:p>
            <a:pPr indent="-355600" lvl="0" marL="4572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000"/>
              <a:buFont typeface="Rajdhani"/>
              <a:buAutoNum type="arabicPeriod"/>
            </a:pPr>
            <a:r>
              <a:rPr b="1" lang="es" sz="2000" u="sng">
                <a:solidFill>
                  <a:schemeClr val="hlink"/>
                </a:solidFill>
                <a:latin typeface="Rajdhani"/>
                <a:ea typeface="Rajdhani"/>
                <a:cs typeface="Rajdhani"/>
                <a:sym typeface="Rajdhani"/>
                <a:hlinkClick action="ppaction://hlinksldjump" r:id="rId6"/>
              </a:rPr>
              <a:t>Plantilla</a:t>
            </a:r>
            <a:endParaRPr b="1" sz="2000">
              <a:solidFill>
                <a:srgbClr val="434343"/>
              </a:solidFill>
              <a:latin typeface="Rajdhani"/>
              <a:ea typeface="Rajdhani"/>
              <a:cs typeface="Rajdhani"/>
              <a:sym typeface="Rajdhani"/>
            </a:endParaRPr>
          </a:p>
          <a:p>
            <a:pPr indent="-355600" lvl="0" marL="4572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000"/>
              <a:buFont typeface="Rajdhani"/>
              <a:buAutoNum type="arabicPeriod"/>
            </a:pPr>
            <a:r>
              <a:rPr b="1" lang="es" sz="2000" u="sng">
                <a:solidFill>
                  <a:schemeClr val="hlink"/>
                </a:solidFill>
                <a:latin typeface="Rajdhani"/>
                <a:ea typeface="Rajdhani"/>
                <a:cs typeface="Rajdhani"/>
                <a:sym typeface="Rajdhani"/>
                <a:hlinkClick action="ppaction://hlinksldjump" r:id="rId7"/>
              </a:rPr>
              <a:t>Comandos básicos</a:t>
            </a:r>
            <a:endParaRPr b="1" sz="2000">
              <a:solidFill>
                <a:srgbClr val="434343"/>
              </a:solidFill>
              <a:latin typeface="Rajdhani"/>
              <a:ea typeface="Rajdhani"/>
              <a:cs typeface="Rajdhani"/>
              <a:sym typeface="Rajdhani"/>
            </a:endParaRPr>
          </a:p>
          <a:p>
            <a:pPr indent="0" lvl="0" marL="4572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rgbClr val="434343"/>
              </a:solidFill>
              <a:latin typeface="Rajdhani"/>
              <a:ea typeface="Rajdhani"/>
              <a:cs typeface="Rajdhani"/>
              <a:sym typeface="Rajdhani"/>
            </a:endParaRPr>
          </a:p>
        </p:txBody>
      </p:sp>
      <p:sp>
        <p:nvSpPr>
          <p:cNvPr id="136" name="Google Shape;136;gc48bfaac81_0_495"/>
          <p:cNvSpPr txBox="1"/>
          <p:nvPr/>
        </p:nvSpPr>
        <p:spPr>
          <a:xfrm>
            <a:off x="1672950" y="2442819"/>
            <a:ext cx="1590300" cy="8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rPr b="1" i="0" lang="es" sz="3100" u="none" cap="none" strike="noStrike">
                <a:solidFill>
                  <a:srgbClr val="EC183F"/>
                </a:solidFill>
                <a:latin typeface="Rajdhani"/>
                <a:ea typeface="Rajdhani"/>
                <a:cs typeface="Rajdhani"/>
                <a:sym typeface="Rajdhani"/>
              </a:rPr>
              <a:t>Índice</a:t>
            </a:r>
            <a:endParaRPr b="1" i="0" sz="2700" u="none" cap="none" strike="noStrike">
              <a:solidFill>
                <a:srgbClr val="EC183F"/>
              </a:solidFill>
              <a:latin typeface="Rajdhani"/>
              <a:ea typeface="Rajdhani"/>
              <a:cs typeface="Rajdhani"/>
              <a:sym typeface="Rajdhani"/>
            </a:endParaRPr>
          </a:p>
        </p:txBody>
      </p:sp>
      <p:cxnSp>
        <p:nvCxnSpPr>
          <p:cNvPr id="137" name="Google Shape;137;gc48bfaac81_0_495"/>
          <p:cNvCxnSpPr/>
          <p:nvPr/>
        </p:nvCxnSpPr>
        <p:spPr>
          <a:xfrm flipH="1">
            <a:off x="3592750" y="1409375"/>
            <a:ext cx="18900" cy="30333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3383C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c544f99de1_0_0"/>
          <p:cNvSpPr txBox="1"/>
          <p:nvPr/>
        </p:nvSpPr>
        <p:spPr>
          <a:xfrm>
            <a:off x="3609750" y="1495200"/>
            <a:ext cx="4808400" cy="237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3700">
                <a:solidFill>
                  <a:srgbClr val="FFFFFF"/>
                </a:solidFill>
                <a:latin typeface="Rajdhani"/>
                <a:ea typeface="Rajdhani"/>
                <a:cs typeface="Rajdhani"/>
                <a:sym typeface="Rajdhani"/>
              </a:rPr>
              <a:t>Consigna</a:t>
            </a:r>
            <a:endParaRPr b="1" sz="3700">
              <a:solidFill>
                <a:srgbClr val="FFFFFF"/>
              </a:solidFill>
              <a:latin typeface="Rajdhani"/>
              <a:ea typeface="Rajdhani"/>
              <a:cs typeface="Rajdhani"/>
              <a:sym typeface="Rajdhani"/>
            </a:endParaRPr>
          </a:p>
        </p:txBody>
      </p:sp>
      <p:sp>
        <p:nvSpPr>
          <p:cNvPr id="143" name="Google Shape;143;gc544f99de1_0_0"/>
          <p:cNvSpPr txBox="1"/>
          <p:nvPr/>
        </p:nvSpPr>
        <p:spPr>
          <a:xfrm>
            <a:off x="2740403" y="2195563"/>
            <a:ext cx="548700" cy="9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6000">
                <a:solidFill>
                  <a:srgbClr val="FFFFFF"/>
                </a:solidFill>
                <a:latin typeface="Rajdhani"/>
                <a:ea typeface="Rajdhani"/>
                <a:cs typeface="Rajdhani"/>
                <a:sym typeface="Rajdhani"/>
              </a:rPr>
              <a:t>1</a:t>
            </a:r>
            <a:endParaRPr b="1" sz="6000">
              <a:solidFill>
                <a:srgbClr val="FFFFFF"/>
              </a:solidFill>
              <a:latin typeface="Rajdhani"/>
              <a:ea typeface="Rajdhani"/>
              <a:cs typeface="Rajdhani"/>
              <a:sym typeface="Rajdhani"/>
            </a:endParaRPr>
          </a:p>
        </p:txBody>
      </p:sp>
      <p:sp>
        <p:nvSpPr>
          <p:cNvPr id="144" name="Google Shape;144;gc544f99de1_0_0"/>
          <p:cNvSpPr/>
          <p:nvPr/>
        </p:nvSpPr>
        <p:spPr>
          <a:xfrm>
            <a:off x="3438450" y="2141125"/>
            <a:ext cx="18600" cy="1086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3383C"/>
        </a:solid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c48bfaac81_0_151"/>
          <p:cNvSpPr txBox="1"/>
          <p:nvPr/>
        </p:nvSpPr>
        <p:spPr>
          <a:xfrm>
            <a:off x="1006375" y="1902050"/>
            <a:ext cx="5529000" cy="203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81000" lvl="0" marL="45720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Open Sans"/>
              <a:buAutoNum type="arabicParenR"/>
            </a:pPr>
            <a:r>
              <a:rPr lang="es" sz="24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Posicionarnos en </a:t>
            </a:r>
            <a:r>
              <a:rPr lang="es" sz="24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raíz.</a:t>
            </a:r>
            <a:endParaRPr sz="24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s" sz="24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2) </a:t>
            </a:r>
            <a:r>
              <a:rPr lang="es" sz="24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Borrar el archivo </a:t>
            </a:r>
            <a:r>
              <a:rPr b="1" lang="es" sz="24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eliminar </a:t>
            </a:r>
            <a:r>
              <a:rPr lang="es" sz="24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de </a:t>
            </a:r>
            <a:r>
              <a:rPr b="1" lang="es" sz="24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carpeta1 </a:t>
            </a:r>
            <a:r>
              <a:rPr lang="es" sz="24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y </a:t>
            </a:r>
            <a:r>
              <a:rPr b="1" lang="es" sz="24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carpeta3.</a:t>
            </a:r>
            <a:endParaRPr b="1" sz="24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s" sz="24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3) Actualizar los nombres.</a:t>
            </a:r>
            <a:endParaRPr sz="24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0" name="Google Shape;150;gc48bfaac81_0_151"/>
          <p:cNvSpPr/>
          <p:nvPr/>
        </p:nvSpPr>
        <p:spPr>
          <a:xfrm>
            <a:off x="6565594" y="1885847"/>
            <a:ext cx="1208834" cy="1757993"/>
          </a:xfrm>
          <a:custGeom>
            <a:rect b="b" l="l" r="r" t="t"/>
            <a:pathLst>
              <a:path extrusionOk="0" h="498015" w="342446">
                <a:moveTo>
                  <a:pt x="93494" y="441963"/>
                </a:moveTo>
                <a:cubicBezTo>
                  <a:pt x="93494" y="448093"/>
                  <a:pt x="95355" y="454115"/>
                  <a:pt x="98749" y="459151"/>
                </a:cubicBezTo>
                <a:lnTo>
                  <a:pt x="115390" y="484112"/>
                </a:lnTo>
                <a:cubicBezTo>
                  <a:pt x="121192" y="492761"/>
                  <a:pt x="130935" y="498016"/>
                  <a:pt x="141336" y="498016"/>
                </a:cubicBezTo>
                <a:lnTo>
                  <a:pt x="201330" y="498016"/>
                </a:lnTo>
                <a:cubicBezTo>
                  <a:pt x="211730" y="498016"/>
                  <a:pt x="221474" y="492761"/>
                  <a:pt x="227276" y="484112"/>
                </a:cubicBezTo>
                <a:lnTo>
                  <a:pt x="243917" y="459151"/>
                </a:lnTo>
                <a:cubicBezTo>
                  <a:pt x="247311" y="454005"/>
                  <a:pt x="249172" y="448093"/>
                  <a:pt x="249172" y="441963"/>
                </a:cubicBezTo>
                <a:lnTo>
                  <a:pt x="249172" y="404631"/>
                </a:lnTo>
                <a:lnTo>
                  <a:pt x="93604" y="404631"/>
                </a:lnTo>
                <a:lnTo>
                  <a:pt x="93494" y="441963"/>
                </a:lnTo>
                <a:close/>
                <a:moveTo>
                  <a:pt x="0" y="171224"/>
                </a:moveTo>
                <a:cubicBezTo>
                  <a:pt x="0" y="214358"/>
                  <a:pt x="15984" y="253770"/>
                  <a:pt x="42368" y="283877"/>
                </a:cubicBezTo>
                <a:cubicBezTo>
                  <a:pt x="58461" y="302160"/>
                  <a:pt x="83532" y="340477"/>
                  <a:pt x="93166" y="372882"/>
                </a:cubicBezTo>
                <a:cubicBezTo>
                  <a:pt x="93166" y="373101"/>
                  <a:pt x="93275" y="373430"/>
                  <a:pt x="93275" y="373649"/>
                </a:cubicBezTo>
                <a:lnTo>
                  <a:pt x="249172" y="373649"/>
                </a:lnTo>
                <a:cubicBezTo>
                  <a:pt x="249172" y="373430"/>
                  <a:pt x="249281" y="373101"/>
                  <a:pt x="249281" y="372882"/>
                </a:cubicBezTo>
                <a:cubicBezTo>
                  <a:pt x="258915" y="340586"/>
                  <a:pt x="283986" y="302269"/>
                  <a:pt x="300079" y="283877"/>
                </a:cubicBezTo>
                <a:cubicBezTo>
                  <a:pt x="326463" y="253770"/>
                  <a:pt x="342447" y="214358"/>
                  <a:pt x="342447" y="171224"/>
                </a:cubicBezTo>
                <a:cubicBezTo>
                  <a:pt x="342447" y="76526"/>
                  <a:pt x="265484" y="-218"/>
                  <a:pt x="170676" y="0"/>
                </a:cubicBezTo>
                <a:cubicBezTo>
                  <a:pt x="71489" y="329"/>
                  <a:pt x="0" y="80686"/>
                  <a:pt x="0" y="171224"/>
                </a:cubicBezTo>
                <a:moveTo>
                  <a:pt x="171224" y="93385"/>
                </a:moveTo>
                <a:cubicBezTo>
                  <a:pt x="128308" y="93385"/>
                  <a:pt x="93385" y="128309"/>
                  <a:pt x="93385" y="171224"/>
                </a:cubicBezTo>
                <a:cubicBezTo>
                  <a:pt x="93385" y="179873"/>
                  <a:pt x="86378" y="186770"/>
                  <a:pt x="77839" y="186770"/>
                </a:cubicBezTo>
                <a:cubicBezTo>
                  <a:pt x="69300" y="186770"/>
                  <a:pt x="62293" y="179763"/>
                  <a:pt x="62293" y="171224"/>
                </a:cubicBezTo>
                <a:cubicBezTo>
                  <a:pt x="62293" y="111120"/>
                  <a:pt x="111120" y="62293"/>
                  <a:pt x="171224" y="62293"/>
                </a:cubicBezTo>
                <a:cubicBezTo>
                  <a:pt x="179872" y="62293"/>
                  <a:pt x="186769" y="69300"/>
                  <a:pt x="186769" y="77839"/>
                </a:cubicBezTo>
                <a:cubicBezTo>
                  <a:pt x="186769" y="86379"/>
                  <a:pt x="179872" y="93385"/>
                  <a:pt x="171224" y="93385"/>
                </a:cubicBezTo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3383C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c544f99de1_0_50"/>
          <p:cNvSpPr txBox="1"/>
          <p:nvPr/>
        </p:nvSpPr>
        <p:spPr>
          <a:xfrm>
            <a:off x="3609750" y="1495200"/>
            <a:ext cx="2521800" cy="237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3700">
                <a:solidFill>
                  <a:srgbClr val="FFFFFF"/>
                </a:solidFill>
                <a:latin typeface="Rajdhani"/>
                <a:ea typeface="Rajdhani"/>
                <a:cs typeface="Rajdhani"/>
                <a:sym typeface="Rajdhani"/>
              </a:rPr>
              <a:t>Consola en VS Code</a:t>
            </a:r>
            <a:endParaRPr b="1" sz="3700">
              <a:solidFill>
                <a:srgbClr val="FFFFFF"/>
              </a:solidFill>
              <a:latin typeface="Rajdhani"/>
              <a:ea typeface="Rajdhani"/>
              <a:cs typeface="Rajdhani"/>
              <a:sym typeface="Rajdhani"/>
            </a:endParaRPr>
          </a:p>
        </p:txBody>
      </p:sp>
      <p:sp>
        <p:nvSpPr>
          <p:cNvPr id="156" name="Google Shape;156;gc544f99de1_0_50"/>
          <p:cNvSpPr txBox="1"/>
          <p:nvPr/>
        </p:nvSpPr>
        <p:spPr>
          <a:xfrm>
            <a:off x="2740403" y="2195563"/>
            <a:ext cx="548700" cy="9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6000">
                <a:solidFill>
                  <a:srgbClr val="FFFFFF"/>
                </a:solidFill>
                <a:latin typeface="Rajdhani"/>
                <a:ea typeface="Rajdhani"/>
                <a:cs typeface="Rajdhani"/>
                <a:sym typeface="Rajdhani"/>
              </a:rPr>
              <a:t>2</a:t>
            </a:r>
            <a:endParaRPr b="1" sz="6000">
              <a:solidFill>
                <a:srgbClr val="FFFFFF"/>
              </a:solidFill>
              <a:latin typeface="Rajdhani"/>
              <a:ea typeface="Rajdhani"/>
              <a:cs typeface="Rajdhani"/>
              <a:sym typeface="Rajdhani"/>
            </a:endParaRPr>
          </a:p>
        </p:txBody>
      </p:sp>
      <p:sp>
        <p:nvSpPr>
          <p:cNvPr id="157" name="Google Shape;157;gc544f99de1_0_50"/>
          <p:cNvSpPr/>
          <p:nvPr/>
        </p:nvSpPr>
        <p:spPr>
          <a:xfrm>
            <a:off x="3438450" y="2141125"/>
            <a:ext cx="18600" cy="1086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c5078d61a7_0_5"/>
          <p:cNvSpPr txBox="1"/>
          <p:nvPr>
            <p:ph type="title"/>
          </p:nvPr>
        </p:nvSpPr>
        <p:spPr>
          <a:xfrm>
            <a:off x="616500" y="4450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</a:pPr>
            <a:r>
              <a:rPr b="1" lang="es" sz="3300">
                <a:solidFill>
                  <a:srgbClr val="EC183F"/>
                </a:solidFill>
                <a:latin typeface="Rajdhani"/>
                <a:ea typeface="Rajdhani"/>
                <a:cs typeface="Rajdhani"/>
                <a:sym typeface="Rajdhani"/>
              </a:rPr>
              <a:t>La c</a:t>
            </a:r>
            <a:r>
              <a:rPr b="1" lang="es" sz="3300">
                <a:solidFill>
                  <a:srgbClr val="EC183F"/>
                </a:solidFill>
                <a:latin typeface="Rajdhani"/>
                <a:ea typeface="Rajdhani"/>
                <a:cs typeface="Rajdhani"/>
                <a:sym typeface="Rajdhani"/>
              </a:rPr>
              <a:t>onsola</a:t>
            </a:r>
            <a:r>
              <a:rPr b="1" lang="es" sz="3300">
                <a:solidFill>
                  <a:srgbClr val="F44336"/>
                </a:solidFill>
                <a:latin typeface="Rajdhani"/>
                <a:ea typeface="Rajdhani"/>
                <a:cs typeface="Rajdhani"/>
                <a:sym typeface="Rajdhani"/>
              </a:rPr>
              <a:t> </a:t>
            </a:r>
            <a:r>
              <a:rPr b="1" lang="es" sz="3300">
                <a:solidFill>
                  <a:srgbClr val="434343"/>
                </a:solidFill>
                <a:latin typeface="Rajdhani"/>
                <a:ea typeface="Rajdhani"/>
                <a:cs typeface="Rajdhani"/>
                <a:sym typeface="Rajdhani"/>
              </a:rPr>
              <a:t>en VS Code</a:t>
            </a:r>
            <a:endParaRPr/>
          </a:p>
        </p:txBody>
      </p:sp>
      <p:pic>
        <p:nvPicPr>
          <p:cNvPr id="163" name="Google Shape;163;gc5078d61a7_0_5"/>
          <p:cNvPicPr preferRelativeResize="0"/>
          <p:nvPr/>
        </p:nvPicPr>
        <p:blipFill rotWithShape="1">
          <a:blip r:embed="rId3">
            <a:alphaModFix/>
          </a:blip>
          <a:srcRect b="0" l="4888" r="0" t="0"/>
          <a:stretch/>
        </p:blipFill>
        <p:spPr>
          <a:xfrm>
            <a:off x="768450" y="1152475"/>
            <a:ext cx="7224374" cy="35645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3383C"/>
        </a:solid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c544f99de1_0_56"/>
          <p:cNvSpPr txBox="1"/>
          <p:nvPr/>
        </p:nvSpPr>
        <p:spPr>
          <a:xfrm>
            <a:off x="3609750" y="1495200"/>
            <a:ext cx="4808400" cy="237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3700">
                <a:solidFill>
                  <a:srgbClr val="FFFFFF"/>
                </a:solidFill>
                <a:latin typeface="Rajdhani"/>
                <a:ea typeface="Rajdhani"/>
                <a:cs typeface="Rajdhani"/>
                <a:sym typeface="Rajdhani"/>
              </a:rPr>
              <a:t>Comando pwd</a:t>
            </a:r>
            <a:endParaRPr b="1" sz="3700">
              <a:solidFill>
                <a:srgbClr val="FFFFFF"/>
              </a:solidFill>
              <a:latin typeface="Rajdhani"/>
              <a:ea typeface="Rajdhani"/>
              <a:cs typeface="Rajdhani"/>
              <a:sym typeface="Rajdhani"/>
            </a:endParaRPr>
          </a:p>
        </p:txBody>
      </p:sp>
      <p:sp>
        <p:nvSpPr>
          <p:cNvPr id="169" name="Google Shape;169;gc544f99de1_0_56"/>
          <p:cNvSpPr txBox="1"/>
          <p:nvPr/>
        </p:nvSpPr>
        <p:spPr>
          <a:xfrm>
            <a:off x="2740403" y="2195563"/>
            <a:ext cx="548700" cy="9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6000">
                <a:solidFill>
                  <a:srgbClr val="FFFFFF"/>
                </a:solidFill>
                <a:latin typeface="Rajdhani"/>
                <a:ea typeface="Rajdhani"/>
                <a:cs typeface="Rajdhani"/>
                <a:sym typeface="Rajdhani"/>
              </a:rPr>
              <a:t>3</a:t>
            </a:r>
            <a:endParaRPr b="1" sz="6000">
              <a:solidFill>
                <a:srgbClr val="FFFFFF"/>
              </a:solidFill>
              <a:latin typeface="Rajdhani"/>
              <a:ea typeface="Rajdhani"/>
              <a:cs typeface="Rajdhani"/>
              <a:sym typeface="Rajdhani"/>
            </a:endParaRPr>
          </a:p>
        </p:txBody>
      </p:sp>
      <p:sp>
        <p:nvSpPr>
          <p:cNvPr id="170" name="Google Shape;170;gc544f99de1_0_56"/>
          <p:cNvSpPr/>
          <p:nvPr/>
        </p:nvSpPr>
        <p:spPr>
          <a:xfrm>
            <a:off x="3438450" y="2141125"/>
            <a:ext cx="18600" cy="1086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c5078d61a7_0_17"/>
          <p:cNvSpPr txBox="1"/>
          <p:nvPr/>
        </p:nvSpPr>
        <p:spPr>
          <a:xfrm>
            <a:off x="717750" y="549075"/>
            <a:ext cx="7707600" cy="627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1" i="0" lang="es" sz="3300" u="none" cap="none" strike="noStrike">
                <a:solidFill>
                  <a:srgbClr val="EC183F"/>
                </a:solidFill>
                <a:latin typeface="Rajdhani"/>
                <a:ea typeface="Rajdhani"/>
                <a:cs typeface="Rajdhani"/>
                <a:sym typeface="Rajdhani"/>
              </a:rPr>
              <a:t>Comando </a:t>
            </a:r>
            <a:r>
              <a:rPr b="1" lang="es" sz="3300">
                <a:solidFill>
                  <a:srgbClr val="EC183F"/>
                </a:solidFill>
                <a:latin typeface="Rajdhani"/>
                <a:ea typeface="Rajdhani"/>
                <a:cs typeface="Rajdhani"/>
                <a:sym typeface="Rajdhani"/>
              </a:rPr>
              <a:t>&gt;</a:t>
            </a:r>
            <a:r>
              <a:rPr b="1" i="0" lang="es" sz="3300" u="none" cap="none" strike="noStrike">
                <a:solidFill>
                  <a:srgbClr val="F44336"/>
                </a:solidFill>
                <a:latin typeface="Rajdhani"/>
                <a:ea typeface="Rajdhani"/>
                <a:cs typeface="Rajdhani"/>
                <a:sym typeface="Rajdhani"/>
              </a:rPr>
              <a:t> </a:t>
            </a:r>
            <a:r>
              <a:rPr b="1" lang="es" sz="3300">
                <a:solidFill>
                  <a:srgbClr val="434343"/>
                </a:solidFill>
                <a:latin typeface="Rajdhani"/>
                <a:ea typeface="Rajdhani"/>
                <a:cs typeface="Rajdhani"/>
                <a:sym typeface="Rajdhani"/>
              </a:rPr>
              <a:t>pwd</a:t>
            </a:r>
            <a:endParaRPr b="1" i="0" sz="4400" u="none" cap="none" strike="noStrike">
              <a:solidFill>
                <a:srgbClr val="EC183F"/>
              </a:solidFill>
              <a:latin typeface="Rajdhani"/>
              <a:ea typeface="Rajdhani"/>
              <a:cs typeface="Rajdhani"/>
              <a:sym typeface="Rajdhani"/>
            </a:endParaRPr>
          </a:p>
        </p:txBody>
      </p:sp>
      <p:grpSp>
        <p:nvGrpSpPr>
          <p:cNvPr id="176" name="Google Shape;176;gc5078d61a7_0_17"/>
          <p:cNvGrpSpPr/>
          <p:nvPr/>
        </p:nvGrpSpPr>
        <p:grpSpPr>
          <a:xfrm>
            <a:off x="1006000" y="1378201"/>
            <a:ext cx="6846900" cy="471244"/>
            <a:chOff x="0" y="2265898"/>
            <a:chExt cx="6846900" cy="954902"/>
          </a:xfrm>
        </p:grpSpPr>
        <p:sp>
          <p:nvSpPr>
            <p:cNvPr id="177" name="Google Shape;177;gc5078d61a7_0_17"/>
            <p:cNvSpPr/>
            <p:nvPr/>
          </p:nvSpPr>
          <p:spPr>
            <a:xfrm>
              <a:off x="484200" y="2265900"/>
              <a:ext cx="6362700" cy="954900"/>
            </a:xfrm>
            <a:prstGeom prst="rect">
              <a:avLst/>
            </a:pr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" name="Google Shape;178;gc5078d61a7_0_17"/>
            <p:cNvSpPr/>
            <p:nvPr/>
          </p:nvSpPr>
          <p:spPr>
            <a:xfrm>
              <a:off x="0" y="2265898"/>
              <a:ext cx="484200" cy="9549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s" sz="1400" u="none" cap="none" strike="noStrike">
                  <a:solidFill>
                    <a:srgbClr val="FFFFFF"/>
                  </a:solidFill>
                  <a:latin typeface="Consolas"/>
                  <a:ea typeface="Consolas"/>
                  <a:cs typeface="Consolas"/>
                  <a:sym typeface="Consolas"/>
                </a:rPr>
                <a:t>&gt;_</a:t>
              </a:r>
              <a:endParaRPr b="0" i="0" sz="14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sp>
        <p:nvSpPr>
          <p:cNvPr id="179" name="Google Shape;179;gc5078d61a7_0_17"/>
          <p:cNvSpPr txBox="1"/>
          <p:nvPr/>
        </p:nvSpPr>
        <p:spPr>
          <a:xfrm>
            <a:off x="1542200" y="1401775"/>
            <a:ext cx="6158400" cy="324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" sz="16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pwd</a:t>
            </a:r>
            <a:endParaRPr b="0" i="0" sz="1600" u="none" cap="none" strike="noStrike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t/>
            </a:r>
            <a:endParaRPr b="0" i="0" sz="500" u="none" cap="none" strike="noStrike">
              <a:solidFill>
                <a:srgbClr val="434343"/>
              </a:solidFill>
              <a:latin typeface="Karla"/>
              <a:ea typeface="Karla"/>
              <a:cs typeface="Karla"/>
              <a:sym typeface="Karl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s" sz="1500" u="none" cap="none" strike="noStrike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rPr>
              <a:t>[</a:t>
            </a:r>
            <a:r>
              <a:rPr lang="es" sz="15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rPr>
              <a:t>Print Working Directory</a:t>
            </a:r>
            <a:r>
              <a:rPr b="0" i="0" lang="es" sz="1500" u="none" cap="none" strike="noStrike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rPr>
              <a:t>] </a:t>
            </a:r>
            <a:r>
              <a:rPr lang="es" sz="15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rPr>
              <a:t>Signfica impresión del directorio de trabajo, es un comando muy simple, pero muy utilizado, dado que nos indica en qué directorio nos encontramos trabajando actualmente</a:t>
            </a:r>
            <a:r>
              <a:rPr b="0" i="0" lang="es" sz="1500" u="none" cap="none" strike="noStrike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rPr>
              <a:t> en Windows, muestra los archivos de la carpeta en la que estamos ubicados.</a:t>
            </a:r>
            <a:endParaRPr b="0" i="0" sz="800" u="none" cap="none" strike="noStrike">
              <a:solidFill>
                <a:srgbClr val="434343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t/>
            </a:r>
            <a:endParaRPr b="0" i="0" sz="500" u="none" cap="none" strike="noStrike">
              <a:solidFill>
                <a:srgbClr val="434343"/>
              </a:solidFill>
              <a:latin typeface="Karla"/>
              <a:ea typeface="Karla"/>
              <a:cs typeface="Karla"/>
              <a:sym typeface="Karl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" sz="16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cd ..</a:t>
            </a:r>
            <a:endParaRPr b="0" i="0" sz="1600" u="none" cap="none" strike="noStrike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434343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434343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pic>
        <p:nvPicPr>
          <p:cNvPr id="180" name="Google Shape;180;gc5078d61a7_0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15600" y="3254825"/>
            <a:ext cx="6051425" cy="1153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3383C"/>
        </a:solidFill>
      </p:bgPr>
    </p:bg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c544f99de1_0_62"/>
          <p:cNvSpPr txBox="1"/>
          <p:nvPr/>
        </p:nvSpPr>
        <p:spPr>
          <a:xfrm>
            <a:off x="3609750" y="1495200"/>
            <a:ext cx="4808400" cy="237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3700">
                <a:solidFill>
                  <a:srgbClr val="FFFFFF"/>
                </a:solidFill>
                <a:latin typeface="Rajdhani"/>
                <a:ea typeface="Rajdhani"/>
                <a:cs typeface="Rajdhani"/>
                <a:sym typeface="Rajdhani"/>
              </a:rPr>
              <a:t>Plantilla</a:t>
            </a:r>
            <a:endParaRPr b="1" sz="3700">
              <a:solidFill>
                <a:srgbClr val="FFFFFF"/>
              </a:solidFill>
              <a:latin typeface="Rajdhani"/>
              <a:ea typeface="Rajdhani"/>
              <a:cs typeface="Rajdhani"/>
              <a:sym typeface="Rajdhani"/>
            </a:endParaRPr>
          </a:p>
        </p:txBody>
      </p:sp>
      <p:sp>
        <p:nvSpPr>
          <p:cNvPr id="186" name="Google Shape;186;gc544f99de1_0_62"/>
          <p:cNvSpPr txBox="1"/>
          <p:nvPr/>
        </p:nvSpPr>
        <p:spPr>
          <a:xfrm>
            <a:off x="2740403" y="2195563"/>
            <a:ext cx="548700" cy="9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6000">
                <a:solidFill>
                  <a:srgbClr val="FFFFFF"/>
                </a:solidFill>
                <a:latin typeface="Rajdhani"/>
                <a:ea typeface="Rajdhani"/>
                <a:cs typeface="Rajdhani"/>
                <a:sym typeface="Rajdhani"/>
              </a:rPr>
              <a:t>4</a:t>
            </a:r>
            <a:endParaRPr b="1" sz="6000">
              <a:solidFill>
                <a:srgbClr val="FFFFFF"/>
              </a:solidFill>
              <a:latin typeface="Rajdhani"/>
              <a:ea typeface="Rajdhani"/>
              <a:cs typeface="Rajdhani"/>
              <a:sym typeface="Rajdhani"/>
            </a:endParaRPr>
          </a:p>
        </p:txBody>
      </p:sp>
      <p:sp>
        <p:nvSpPr>
          <p:cNvPr id="187" name="Google Shape;187;gc544f99de1_0_62"/>
          <p:cNvSpPr/>
          <p:nvPr/>
        </p:nvSpPr>
        <p:spPr>
          <a:xfrm>
            <a:off x="3438450" y="2141125"/>
            <a:ext cx="18600" cy="1086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c5078d61a7_0_1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3300">
                <a:solidFill>
                  <a:srgbClr val="EC183F"/>
                </a:solidFill>
                <a:latin typeface="Rajdhani"/>
                <a:ea typeface="Rajdhani"/>
                <a:cs typeface="Rajdhani"/>
                <a:sym typeface="Rajdhani"/>
              </a:rPr>
              <a:t>Plantilla</a:t>
            </a:r>
            <a:r>
              <a:rPr b="1" lang="es" sz="3300">
                <a:solidFill>
                  <a:srgbClr val="F44336"/>
                </a:solidFill>
                <a:latin typeface="Rajdhani"/>
                <a:ea typeface="Rajdhani"/>
                <a:cs typeface="Rajdhani"/>
                <a:sym typeface="Rajdhani"/>
              </a:rPr>
              <a:t> </a:t>
            </a:r>
            <a:r>
              <a:rPr b="1" lang="es" sz="3300">
                <a:solidFill>
                  <a:srgbClr val="434343"/>
                </a:solidFill>
                <a:latin typeface="Rajdhani"/>
                <a:ea typeface="Rajdhani"/>
                <a:cs typeface="Rajdhani"/>
                <a:sym typeface="Rajdhani"/>
              </a:rPr>
              <a:t>de guia</a:t>
            </a:r>
            <a:endParaRPr/>
          </a:p>
        </p:txBody>
      </p:sp>
      <p:pic>
        <p:nvPicPr>
          <p:cNvPr id="193" name="Google Shape;193;gc5078d61a7_0_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3730" y="1017725"/>
            <a:ext cx="6096545" cy="3672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3383C"/>
        </a:solidFill>
      </p:bgPr>
    </p:bg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c544f99de1_0_68"/>
          <p:cNvSpPr txBox="1"/>
          <p:nvPr/>
        </p:nvSpPr>
        <p:spPr>
          <a:xfrm>
            <a:off x="3609750" y="1495200"/>
            <a:ext cx="2648700" cy="237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3700">
                <a:solidFill>
                  <a:srgbClr val="FFFFFF"/>
                </a:solidFill>
                <a:latin typeface="Rajdhani"/>
                <a:ea typeface="Rajdhani"/>
                <a:cs typeface="Rajdhani"/>
                <a:sym typeface="Rajdhani"/>
              </a:rPr>
              <a:t>Comandos básicos</a:t>
            </a:r>
            <a:endParaRPr b="1" sz="3700">
              <a:solidFill>
                <a:srgbClr val="FFFFFF"/>
              </a:solidFill>
              <a:latin typeface="Rajdhani"/>
              <a:ea typeface="Rajdhani"/>
              <a:cs typeface="Rajdhani"/>
              <a:sym typeface="Rajdhani"/>
            </a:endParaRPr>
          </a:p>
        </p:txBody>
      </p:sp>
      <p:sp>
        <p:nvSpPr>
          <p:cNvPr id="199" name="Google Shape;199;gc544f99de1_0_68"/>
          <p:cNvSpPr txBox="1"/>
          <p:nvPr/>
        </p:nvSpPr>
        <p:spPr>
          <a:xfrm>
            <a:off x="2740403" y="2195563"/>
            <a:ext cx="548700" cy="9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6000">
                <a:solidFill>
                  <a:srgbClr val="FFFFFF"/>
                </a:solidFill>
                <a:latin typeface="Rajdhani"/>
                <a:ea typeface="Rajdhani"/>
                <a:cs typeface="Rajdhani"/>
                <a:sym typeface="Rajdhani"/>
              </a:rPr>
              <a:t>5</a:t>
            </a:r>
            <a:endParaRPr b="1" sz="6000">
              <a:solidFill>
                <a:srgbClr val="FFFFFF"/>
              </a:solidFill>
              <a:latin typeface="Rajdhani"/>
              <a:ea typeface="Rajdhani"/>
              <a:cs typeface="Rajdhani"/>
              <a:sym typeface="Rajdhani"/>
            </a:endParaRPr>
          </a:p>
        </p:txBody>
      </p:sp>
      <p:sp>
        <p:nvSpPr>
          <p:cNvPr id="200" name="Google Shape;200;gc544f99de1_0_68"/>
          <p:cNvSpPr/>
          <p:nvPr/>
        </p:nvSpPr>
        <p:spPr>
          <a:xfrm>
            <a:off x="3438450" y="2141125"/>
            <a:ext cx="18600" cy="1086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c48bfaac81_0_342"/>
          <p:cNvSpPr txBox="1"/>
          <p:nvPr/>
        </p:nvSpPr>
        <p:spPr>
          <a:xfrm>
            <a:off x="717750" y="625275"/>
            <a:ext cx="7707600" cy="627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1" i="0" lang="es" sz="3300" u="none" cap="none" strike="noStrike">
                <a:solidFill>
                  <a:srgbClr val="EC183F"/>
                </a:solidFill>
                <a:latin typeface="Rajdhani"/>
                <a:ea typeface="Rajdhani"/>
                <a:cs typeface="Rajdhani"/>
                <a:sym typeface="Rajdhani"/>
              </a:rPr>
              <a:t>Comandos</a:t>
            </a:r>
            <a:r>
              <a:rPr b="1" i="0" lang="es" sz="3300" u="none" cap="none" strike="noStrike">
                <a:solidFill>
                  <a:srgbClr val="F44336"/>
                </a:solidFill>
                <a:latin typeface="Rajdhani"/>
                <a:ea typeface="Rajdhani"/>
                <a:cs typeface="Rajdhani"/>
                <a:sym typeface="Rajdhani"/>
              </a:rPr>
              <a:t> </a:t>
            </a:r>
            <a:r>
              <a:rPr b="1" i="0" lang="es" sz="3300" u="none" cap="none" strike="noStrike">
                <a:solidFill>
                  <a:srgbClr val="434343"/>
                </a:solidFill>
                <a:latin typeface="Rajdhani"/>
                <a:ea typeface="Rajdhani"/>
                <a:cs typeface="Rajdhani"/>
                <a:sym typeface="Rajdhani"/>
              </a:rPr>
              <a:t>básicos</a:t>
            </a:r>
            <a:endParaRPr b="1" i="0" sz="4400" u="none" cap="none" strike="noStrike">
              <a:solidFill>
                <a:srgbClr val="EC183F"/>
              </a:solidFill>
              <a:latin typeface="Rajdhani"/>
              <a:ea typeface="Rajdhani"/>
              <a:cs typeface="Rajdhani"/>
              <a:sym typeface="Rajdhani"/>
            </a:endParaRPr>
          </a:p>
        </p:txBody>
      </p:sp>
      <p:grpSp>
        <p:nvGrpSpPr>
          <p:cNvPr id="206" name="Google Shape;206;gc48bfaac81_0_342"/>
          <p:cNvGrpSpPr/>
          <p:nvPr/>
        </p:nvGrpSpPr>
        <p:grpSpPr>
          <a:xfrm>
            <a:off x="1082200" y="3707409"/>
            <a:ext cx="6846900" cy="471244"/>
            <a:chOff x="0" y="2265898"/>
            <a:chExt cx="6846900" cy="954902"/>
          </a:xfrm>
        </p:grpSpPr>
        <p:sp>
          <p:nvSpPr>
            <p:cNvPr id="207" name="Google Shape;207;gc48bfaac81_0_342"/>
            <p:cNvSpPr/>
            <p:nvPr/>
          </p:nvSpPr>
          <p:spPr>
            <a:xfrm>
              <a:off x="484200" y="2265900"/>
              <a:ext cx="6362700" cy="954900"/>
            </a:xfrm>
            <a:prstGeom prst="rect">
              <a:avLst/>
            </a:pr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" name="Google Shape;208;gc48bfaac81_0_342"/>
            <p:cNvSpPr/>
            <p:nvPr/>
          </p:nvSpPr>
          <p:spPr>
            <a:xfrm>
              <a:off x="0" y="2265898"/>
              <a:ext cx="484200" cy="9549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s" sz="1400" u="none" cap="none" strike="noStrike">
                  <a:solidFill>
                    <a:srgbClr val="FFFFFF"/>
                  </a:solidFill>
                  <a:latin typeface="Consolas"/>
                  <a:ea typeface="Consolas"/>
                  <a:cs typeface="Consolas"/>
                  <a:sym typeface="Consolas"/>
                </a:rPr>
                <a:t>&gt;_</a:t>
              </a:r>
              <a:endParaRPr b="0" i="0" sz="14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grpSp>
        <p:nvGrpSpPr>
          <p:cNvPr id="209" name="Google Shape;209;gc48bfaac81_0_342"/>
          <p:cNvGrpSpPr/>
          <p:nvPr/>
        </p:nvGrpSpPr>
        <p:grpSpPr>
          <a:xfrm>
            <a:off x="1082200" y="2542798"/>
            <a:ext cx="6846900" cy="471244"/>
            <a:chOff x="0" y="2265898"/>
            <a:chExt cx="6846900" cy="954902"/>
          </a:xfrm>
        </p:grpSpPr>
        <p:sp>
          <p:nvSpPr>
            <p:cNvPr id="210" name="Google Shape;210;gc48bfaac81_0_342"/>
            <p:cNvSpPr/>
            <p:nvPr/>
          </p:nvSpPr>
          <p:spPr>
            <a:xfrm>
              <a:off x="484200" y="2265900"/>
              <a:ext cx="6362700" cy="954900"/>
            </a:xfrm>
            <a:prstGeom prst="rect">
              <a:avLst/>
            </a:pr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" name="Google Shape;211;gc48bfaac81_0_342"/>
            <p:cNvSpPr/>
            <p:nvPr/>
          </p:nvSpPr>
          <p:spPr>
            <a:xfrm>
              <a:off x="0" y="2265898"/>
              <a:ext cx="484200" cy="9549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s" sz="1400" u="none" cap="none" strike="noStrike">
                  <a:solidFill>
                    <a:srgbClr val="FFFFFF"/>
                  </a:solidFill>
                  <a:latin typeface="Consolas"/>
                  <a:ea typeface="Consolas"/>
                  <a:cs typeface="Consolas"/>
                  <a:sym typeface="Consolas"/>
                </a:rPr>
                <a:t>&gt;_</a:t>
              </a:r>
              <a:endParaRPr b="0" i="0" sz="14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grpSp>
        <p:nvGrpSpPr>
          <p:cNvPr id="212" name="Google Shape;212;gc48bfaac81_0_342"/>
          <p:cNvGrpSpPr/>
          <p:nvPr/>
        </p:nvGrpSpPr>
        <p:grpSpPr>
          <a:xfrm>
            <a:off x="1082200" y="1378201"/>
            <a:ext cx="6846900" cy="471244"/>
            <a:chOff x="0" y="2265898"/>
            <a:chExt cx="6846900" cy="954902"/>
          </a:xfrm>
        </p:grpSpPr>
        <p:sp>
          <p:nvSpPr>
            <p:cNvPr id="213" name="Google Shape;213;gc48bfaac81_0_342"/>
            <p:cNvSpPr/>
            <p:nvPr/>
          </p:nvSpPr>
          <p:spPr>
            <a:xfrm>
              <a:off x="484200" y="2265900"/>
              <a:ext cx="6362700" cy="954900"/>
            </a:xfrm>
            <a:prstGeom prst="rect">
              <a:avLst/>
            </a:pr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" name="Google Shape;214;gc48bfaac81_0_342"/>
            <p:cNvSpPr/>
            <p:nvPr/>
          </p:nvSpPr>
          <p:spPr>
            <a:xfrm>
              <a:off x="0" y="2265898"/>
              <a:ext cx="484200" cy="9549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s" sz="1400" u="none" cap="none" strike="noStrike">
                  <a:solidFill>
                    <a:srgbClr val="FFFFFF"/>
                  </a:solidFill>
                  <a:latin typeface="Consolas"/>
                  <a:ea typeface="Consolas"/>
                  <a:cs typeface="Consolas"/>
                  <a:sym typeface="Consolas"/>
                </a:rPr>
                <a:t>&gt;_</a:t>
              </a:r>
              <a:endParaRPr b="0" i="0" sz="14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sp>
        <p:nvSpPr>
          <p:cNvPr id="215" name="Google Shape;215;gc48bfaac81_0_342"/>
          <p:cNvSpPr txBox="1"/>
          <p:nvPr/>
        </p:nvSpPr>
        <p:spPr>
          <a:xfrm>
            <a:off x="1770800" y="1401775"/>
            <a:ext cx="6158400" cy="324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" sz="16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ls</a:t>
            </a:r>
            <a:endParaRPr b="0" i="0" sz="1600" u="none" cap="none" strike="noStrike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t/>
            </a:r>
            <a:endParaRPr b="0" i="0" sz="500" u="none" cap="none" strike="noStrike">
              <a:solidFill>
                <a:srgbClr val="434343"/>
              </a:solidFill>
              <a:latin typeface="Karla"/>
              <a:ea typeface="Karla"/>
              <a:cs typeface="Karla"/>
              <a:sym typeface="Karl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s" sz="1500" u="none" cap="none" strike="noStrike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rPr>
              <a:t>[</a:t>
            </a:r>
            <a:r>
              <a:rPr b="1" i="0" lang="es" sz="1500" u="none" cap="none" strike="noStrike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rPr>
              <a:t>L</a:t>
            </a:r>
            <a:r>
              <a:rPr b="0" i="0" lang="es" sz="1500" u="none" cap="none" strike="noStrike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rPr>
              <a:t>i</a:t>
            </a:r>
            <a:r>
              <a:rPr b="1" i="0" lang="es" sz="1500" u="none" cap="none" strike="noStrike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rPr>
              <a:t>S</a:t>
            </a:r>
            <a:r>
              <a:rPr b="0" i="0" lang="es" sz="1500" u="none" cap="none" strike="noStrike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rPr>
              <a:t>t] En Mac y Linux, muestra los archivos de la carpeta en la que estamos ubicados. Si usamos P</a:t>
            </a:r>
            <a:r>
              <a:rPr lang="es" sz="15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rPr>
              <a:t>owerShell, también e</a:t>
            </a:r>
            <a:r>
              <a:rPr b="0" i="0" lang="es" sz="1500" u="none" cap="none" strike="noStrike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rPr>
              <a:t>n Windows.</a:t>
            </a:r>
            <a:endParaRPr b="0" i="0" sz="800" u="none" cap="none" strike="noStrike">
              <a:solidFill>
                <a:srgbClr val="434343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t/>
            </a:r>
            <a:endParaRPr b="0" i="0" sz="500" u="none" cap="none" strike="noStrike">
              <a:solidFill>
                <a:srgbClr val="434343"/>
              </a:solidFill>
              <a:latin typeface="Karla"/>
              <a:ea typeface="Karla"/>
              <a:cs typeface="Karla"/>
              <a:sym typeface="Karl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" sz="16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dir</a:t>
            </a:r>
            <a:endParaRPr b="0" i="0" sz="1600" u="none" cap="none" strike="noStrike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500" u="none" cap="none" strike="noStrike">
              <a:solidFill>
                <a:srgbClr val="434343"/>
              </a:solidFill>
              <a:latin typeface="Karla"/>
              <a:ea typeface="Karla"/>
              <a:cs typeface="Karla"/>
              <a:sym typeface="Karl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s" sz="1500" u="none" cap="none" strike="noStrike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rPr>
              <a:t>[</a:t>
            </a:r>
            <a:r>
              <a:rPr b="1" lang="es" sz="1500" u="none" cap="none" strike="noStrike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rPr>
              <a:t>DIR</a:t>
            </a:r>
            <a:r>
              <a:rPr b="0" i="0" lang="es" sz="1500" u="none" cap="none" strike="noStrike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rPr>
              <a:t>ectories] En Windows, muestra los archivos de la carpeta en la que estamos ubicados.</a:t>
            </a:r>
            <a:endParaRPr b="0" i="0" sz="800" u="none" cap="none" strike="noStrike">
              <a:solidFill>
                <a:srgbClr val="434343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t/>
            </a:r>
            <a:endParaRPr b="0" i="0" sz="500" u="none" cap="none" strike="noStrike">
              <a:solidFill>
                <a:srgbClr val="434343"/>
              </a:solidFill>
              <a:latin typeface="Karla"/>
              <a:ea typeface="Karla"/>
              <a:cs typeface="Karla"/>
              <a:sym typeface="Karl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" sz="16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cd ..</a:t>
            </a:r>
            <a:endParaRPr b="0" i="0" sz="1600" u="none" cap="none" strike="noStrike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t/>
            </a:r>
            <a:endParaRPr b="0" i="0" sz="500" u="none" cap="none" strike="noStrike">
              <a:solidFill>
                <a:srgbClr val="434343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s" sz="1500" u="none" cap="none" strike="noStrike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rPr>
              <a:t>[Change Directory] Nos permite retroceder una carpeta.</a:t>
            </a:r>
            <a:endParaRPr b="0" i="0" sz="1500" u="none" cap="none" strike="noStrike">
              <a:solidFill>
                <a:srgbClr val="434343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434343"/>
              </a:solidFill>
              <a:latin typeface="Karla"/>
              <a:ea typeface="Karla"/>
              <a:cs typeface="Karla"/>
              <a:sym typeface="Karl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0" name="Google Shape;220;gc48bfaac81_0_359"/>
          <p:cNvGrpSpPr/>
          <p:nvPr/>
        </p:nvGrpSpPr>
        <p:grpSpPr>
          <a:xfrm>
            <a:off x="1108050" y="3537709"/>
            <a:ext cx="6846900" cy="471244"/>
            <a:chOff x="0" y="2265898"/>
            <a:chExt cx="6846900" cy="954902"/>
          </a:xfrm>
        </p:grpSpPr>
        <p:sp>
          <p:nvSpPr>
            <p:cNvPr id="221" name="Google Shape;221;gc48bfaac81_0_359"/>
            <p:cNvSpPr/>
            <p:nvPr/>
          </p:nvSpPr>
          <p:spPr>
            <a:xfrm>
              <a:off x="484200" y="2265900"/>
              <a:ext cx="6362700" cy="954900"/>
            </a:xfrm>
            <a:prstGeom prst="rect">
              <a:avLst/>
            </a:pr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" name="Google Shape;222;gc48bfaac81_0_359"/>
            <p:cNvSpPr/>
            <p:nvPr/>
          </p:nvSpPr>
          <p:spPr>
            <a:xfrm>
              <a:off x="0" y="2265898"/>
              <a:ext cx="484200" cy="9549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s" sz="1400" u="none" cap="none" strike="noStrike">
                  <a:solidFill>
                    <a:srgbClr val="FFFFFF"/>
                  </a:solidFill>
                  <a:latin typeface="Consolas"/>
                  <a:ea typeface="Consolas"/>
                  <a:cs typeface="Consolas"/>
                  <a:sym typeface="Consolas"/>
                </a:rPr>
                <a:t>&gt;_</a:t>
              </a:r>
              <a:endParaRPr b="0" i="0" sz="14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grpSp>
        <p:nvGrpSpPr>
          <p:cNvPr id="223" name="Google Shape;223;gc48bfaac81_0_359"/>
          <p:cNvGrpSpPr/>
          <p:nvPr/>
        </p:nvGrpSpPr>
        <p:grpSpPr>
          <a:xfrm>
            <a:off x="1108050" y="2429912"/>
            <a:ext cx="6846900" cy="471244"/>
            <a:chOff x="0" y="2265898"/>
            <a:chExt cx="6846900" cy="954902"/>
          </a:xfrm>
        </p:grpSpPr>
        <p:sp>
          <p:nvSpPr>
            <p:cNvPr id="224" name="Google Shape;224;gc48bfaac81_0_359"/>
            <p:cNvSpPr/>
            <p:nvPr/>
          </p:nvSpPr>
          <p:spPr>
            <a:xfrm>
              <a:off x="484200" y="2265900"/>
              <a:ext cx="6362700" cy="954900"/>
            </a:xfrm>
            <a:prstGeom prst="rect">
              <a:avLst/>
            </a:pr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" name="Google Shape;225;gc48bfaac81_0_359"/>
            <p:cNvSpPr/>
            <p:nvPr/>
          </p:nvSpPr>
          <p:spPr>
            <a:xfrm>
              <a:off x="0" y="2265898"/>
              <a:ext cx="484200" cy="9549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s" sz="1400" u="none" cap="none" strike="noStrike">
                  <a:solidFill>
                    <a:srgbClr val="FFFFFF"/>
                  </a:solidFill>
                  <a:latin typeface="Consolas"/>
                  <a:ea typeface="Consolas"/>
                  <a:cs typeface="Consolas"/>
                  <a:sym typeface="Consolas"/>
                </a:rPr>
                <a:t>&gt;_</a:t>
              </a:r>
              <a:endParaRPr b="0" i="0" sz="14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grpSp>
        <p:nvGrpSpPr>
          <p:cNvPr id="226" name="Google Shape;226;gc48bfaac81_0_359"/>
          <p:cNvGrpSpPr/>
          <p:nvPr/>
        </p:nvGrpSpPr>
        <p:grpSpPr>
          <a:xfrm>
            <a:off x="1108050" y="1217401"/>
            <a:ext cx="6846900" cy="471244"/>
            <a:chOff x="0" y="2265898"/>
            <a:chExt cx="6846900" cy="954902"/>
          </a:xfrm>
        </p:grpSpPr>
        <p:sp>
          <p:nvSpPr>
            <p:cNvPr id="227" name="Google Shape;227;gc48bfaac81_0_359"/>
            <p:cNvSpPr/>
            <p:nvPr/>
          </p:nvSpPr>
          <p:spPr>
            <a:xfrm>
              <a:off x="484200" y="2265900"/>
              <a:ext cx="6362700" cy="954900"/>
            </a:xfrm>
            <a:prstGeom prst="rect">
              <a:avLst/>
            </a:pr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" name="Google Shape;228;gc48bfaac81_0_359"/>
            <p:cNvSpPr/>
            <p:nvPr/>
          </p:nvSpPr>
          <p:spPr>
            <a:xfrm>
              <a:off x="0" y="2265898"/>
              <a:ext cx="484200" cy="9549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s" sz="1400" u="none" cap="none" strike="noStrike">
                  <a:solidFill>
                    <a:srgbClr val="FFFFFF"/>
                  </a:solidFill>
                  <a:latin typeface="Consolas"/>
                  <a:ea typeface="Consolas"/>
                  <a:cs typeface="Consolas"/>
                  <a:sym typeface="Consolas"/>
                </a:rPr>
                <a:t>&gt;_</a:t>
              </a:r>
              <a:endParaRPr b="0" i="0" sz="14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sp>
        <p:nvSpPr>
          <p:cNvPr id="229" name="Google Shape;229;gc48bfaac81_0_359"/>
          <p:cNvSpPr txBox="1"/>
          <p:nvPr/>
        </p:nvSpPr>
        <p:spPr>
          <a:xfrm>
            <a:off x="1796650" y="1240975"/>
            <a:ext cx="6158400" cy="324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" sz="16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rm nombreArchivo.extensión</a:t>
            </a:r>
            <a:endParaRPr b="0" i="0" sz="1600" u="none" cap="none" strike="noStrike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t/>
            </a:r>
            <a:endParaRPr b="0" i="0" sz="500" u="none" cap="none" strike="noStrike">
              <a:solidFill>
                <a:srgbClr val="434343"/>
              </a:solidFill>
              <a:latin typeface="Karla"/>
              <a:ea typeface="Karla"/>
              <a:cs typeface="Karla"/>
              <a:sym typeface="Karl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s" sz="1500" u="none" cap="none" strike="noStrike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rPr>
              <a:t>[</a:t>
            </a:r>
            <a:r>
              <a:rPr b="1" i="0" lang="es" sz="1500" u="none" cap="none" strike="noStrike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rPr>
              <a:t>R</a:t>
            </a:r>
            <a:r>
              <a:rPr b="0" i="0" lang="es" sz="1500" u="none" cap="none" strike="noStrike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rPr>
              <a:t>e</a:t>
            </a:r>
            <a:r>
              <a:rPr b="1" i="0" lang="es" sz="1500" u="none" cap="none" strike="noStrike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rPr>
              <a:t>M</a:t>
            </a:r>
            <a:r>
              <a:rPr b="0" i="0" lang="es" sz="1500" u="none" cap="none" strike="noStrike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rPr>
              <a:t>ove] Elimina el archivo que le indiquemos (no debemos olvidarnos de escribir la extensión).</a:t>
            </a:r>
            <a:endParaRPr b="0" i="0" sz="1500" u="none" cap="none" strike="noStrike">
              <a:solidFill>
                <a:srgbClr val="434343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t/>
            </a:r>
            <a:endParaRPr b="0" i="0" sz="500" u="none" cap="none" strike="noStrike">
              <a:solidFill>
                <a:srgbClr val="434343"/>
              </a:solidFill>
              <a:latin typeface="Karla"/>
              <a:ea typeface="Karla"/>
              <a:cs typeface="Karla"/>
              <a:sym typeface="Karl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" sz="16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mv nombreAnterior nombreNuevo</a:t>
            </a:r>
            <a:endParaRPr b="0" i="0" sz="1600" u="none" cap="none" strike="noStrike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t/>
            </a:r>
            <a:endParaRPr b="0" i="0" sz="500" u="none" cap="none" strike="noStrike">
              <a:solidFill>
                <a:srgbClr val="434343"/>
              </a:solidFill>
              <a:latin typeface="Karla"/>
              <a:ea typeface="Karla"/>
              <a:cs typeface="Karla"/>
              <a:sym typeface="Karl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s" sz="1500" u="none" cap="none" strike="noStrike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rPr>
              <a:t>[</a:t>
            </a:r>
            <a:r>
              <a:rPr b="1" i="0" lang="es" sz="1500" u="none" cap="none" strike="noStrike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rPr>
              <a:t>M</a:t>
            </a:r>
            <a:r>
              <a:rPr b="0" i="0" lang="es" sz="1500" u="none" cap="none" strike="noStrike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rPr>
              <a:t>o</a:t>
            </a:r>
            <a:r>
              <a:rPr b="1" i="0" lang="es" sz="1500" u="none" cap="none" strike="noStrike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rPr>
              <a:t>V</a:t>
            </a:r>
            <a:r>
              <a:rPr b="0" i="0" lang="es" sz="1500" u="none" cap="none" strike="noStrike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rPr>
              <a:t>e] Cambia el nombre de un archivo por el nombre nuevo que le indiquemos.</a:t>
            </a:r>
            <a:endParaRPr b="0" i="0" sz="1500" u="none" cap="none" strike="noStrike">
              <a:solidFill>
                <a:srgbClr val="434343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t/>
            </a:r>
            <a:endParaRPr b="0" i="0" sz="500" u="none" cap="none" strike="noStrike">
              <a:solidFill>
                <a:srgbClr val="434343"/>
              </a:solidFill>
              <a:latin typeface="Karla"/>
              <a:ea typeface="Karla"/>
              <a:cs typeface="Karla"/>
              <a:sym typeface="Karl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" sz="16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clear</a:t>
            </a:r>
            <a:endParaRPr b="0" i="0" sz="1600" u="none" cap="none" strike="noStrike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t/>
            </a:r>
            <a:endParaRPr b="0" i="0" sz="500" u="none" cap="none" strike="noStrike">
              <a:solidFill>
                <a:srgbClr val="434343"/>
              </a:solidFill>
              <a:latin typeface="Karla"/>
              <a:ea typeface="Karla"/>
              <a:cs typeface="Karla"/>
              <a:sym typeface="Karl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s" sz="1500" u="none" cap="none" strike="noStrike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rPr>
              <a:t>Limpia todo lo que hayamos escrito en el terminal.</a:t>
            </a:r>
            <a:endParaRPr b="0" i="1" sz="1500" u="none" cap="none" strike="noStrike">
              <a:solidFill>
                <a:srgbClr val="434343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434343"/>
              </a:solidFill>
              <a:latin typeface="Karla"/>
              <a:ea typeface="Karla"/>
              <a:cs typeface="Karla"/>
              <a:sym typeface="Karl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c48bfaac81_0_373"/>
          <p:cNvSpPr txBox="1"/>
          <p:nvPr/>
        </p:nvSpPr>
        <p:spPr>
          <a:xfrm>
            <a:off x="717750" y="549075"/>
            <a:ext cx="7707600" cy="627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t/>
            </a:r>
            <a:endParaRPr b="1" i="0" sz="4400" u="none" cap="none" strike="noStrike">
              <a:solidFill>
                <a:srgbClr val="EC183F"/>
              </a:solidFill>
              <a:latin typeface="Rajdhani"/>
              <a:ea typeface="Rajdhani"/>
              <a:cs typeface="Rajdhani"/>
              <a:sym typeface="Rajdhani"/>
            </a:endParaRPr>
          </a:p>
        </p:txBody>
      </p:sp>
      <p:grpSp>
        <p:nvGrpSpPr>
          <p:cNvPr id="235" name="Google Shape;235;gc48bfaac81_0_373"/>
          <p:cNvGrpSpPr/>
          <p:nvPr/>
        </p:nvGrpSpPr>
        <p:grpSpPr>
          <a:xfrm>
            <a:off x="1122550" y="3444231"/>
            <a:ext cx="6846900" cy="471244"/>
            <a:chOff x="0" y="2265898"/>
            <a:chExt cx="6846900" cy="954902"/>
          </a:xfrm>
        </p:grpSpPr>
        <p:sp>
          <p:nvSpPr>
            <p:cNvPr id="236" name="Google Shape;236;gc48bfaac81_0_373"/>
            <p:cNvSpPr/>
            <p:nvPr/>
          </p:nvSpPr>
          <p:spPr>
            <a:xfrm>
              <a:off x="484200" y="2265900"/>
              <a:ext cx="6362700" cy="954900"/>
            </a:xfrm>
            <a:prstGeom prst="rect">
              <a:avLst/>
            </a:pr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" name="Google Shape;237;gc48bfaac81_0_373"/>
            <p:cNvSpPr/>
            <p:nvPr/>
          </p:nvSpPr>
          <p:spPr>
            <a:xfrm>
              <a:off x="0" y="2265898"/>
              <a:ext cx="484200" cy="9549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s" sz="1400" u="none" cap="none" strike="noStrike">
                  <a:solidFill>
                    <a:srgbClr val="FFFFFF"/>
                  </a:solidFill>
                  <a:latin typeface="Consolas"/>
                  <a:ea typeface="Consolas"/>
                  <a:cs typeface="Consolas"/>
                  <a:sym typeface="Consolas"/>
                </a:rPr>
                <a:t>&gt;_</a:t>
              </a:r>
              <a:endParaRPr b="0" i="0" sz="14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grpSp>
        <p:nvGrpSpPr>
          <p:cNvPr id="238" name="Google Shape;238;gc48bfaac81_0_373"/>
          <p:cNvGrpSpPr/>
          <p:nvPr/>
        </p:nvGrpSpPr>
        <p:grpSpPr>
          <a:xfrm>
            <a:off x="1122550" y="2309736"/>
            <a:ext cx="6846900" cy="471244"/>
            <a:chOff x="0" y="2265898"/>
            <a:chExt cx="6846900" cy="954902"/>
          </a:xfrm>
        </p:grpSpPr>
        <p:sp>
          <p:nvSpPr>
            <p:cNvPr id="239" name="Google Shape;239;gc48bfaac81_0_373"/>
            <p:cNvSpPr/>
            <p:nvPr/>
          </p:nvSpPr>
          <p:spPr>
            <a:xfrm>
              <a:off x="484200" y="2265900"/>
              <a:ext cx="6362700" cy="954900"/>
            </a:xfrm>
            <a:prstGeom prst="rect">
              <a:avLst/>
            </a:pr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0" name="Google Shape;240;gc48bfaac81_0_373"/>
            <p:cNvSpPr/>
            <p:nvPr/>
          </p:nvSpPr>
          <p:spPr>
            <a:xfrm>
              <a:off x="0" y="2265898"/>
              <a:ext cx="484200" cy="9549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s" sz="1400" u="none" cap="none" strike="noStrike">
                  <a:solidFill>
                    <a:srgbClr val="FFFFFF"/>
                  </a:solidFill>
                  <a:latin typeface="Consolas"/>
                  <a:ea typeface="Consolas"/>
                  <a:cs typeface="Consolas"/>
                  <a:sym typeface="Consolas"/>
                </a:rPr>
                <a:t>&gt;_</a:t>
              </a:r>
              <a:endParaRPr b="0" i="0" sz="14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grpSp>
        <p:nvGrpSpPr>
          <p:cNvPr id="241" name="Google Shape;241;gc48bfaac81_0_373"/>
          <p:cNvGrpSpPr/>
          <p:nvPr/>
        </p:nvGrpSpPr>
        <p:grpSpPr>
          <a:xfrm>
            <a:off x="1122550" y="1206576"/>
            <a:ext cx="6846900" cy="471244"/>
            <a:chOff x="0" y="2265898"/>
            <a:chExt cx="6846900" cy="954902"/>
          </a:xfrm>
        </p:grpSpPr>
        <p:sp>
          <p:nvSpPr>
            <p:cNvPr id="242" name="Google Shape;242;gc48bfaac81_0_373"/>
            <p:cNvSpPr/>
            <p:nvPr/>
          </p:nvSpPr>
          <p:spPr>
            <a:xfrm>
              <a:off x="484200" y="2265900"/>
              <a:ext cx="6362700" cy="954900"/>
            </a:xfrm>
            <a:prstGeom prst="rect">
              <a:avLst/>
            </a:pr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" name="Google Shape;243;gc48bfaac81_0_373"/>
            <p:cNvSpPr/>
            <p:nvPr/>
          </p:nvSpPr>
          <p:spPr>
            <a:xfrm>
              <a:off x="0" y="2265898"/>
              <a:ext cx="484200" cy="9549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s" sz="1400" u="none" cap="none" strike="noStrike">
                  <a:solidFill>
                    <a:srgbClr val="FFFFFF"/>
                  </a:solidFill>
                  <a:latin typeface="Consolas"/>
                  <a:ea typeface="Consolas"/>
                  <a:cs typeface="Consolas"/>
                  <a:sym typeface="Consolas"/>
                </a:rPr>
                <a:t>&gt;_</a:t>
              </a:r>
              <a:endParaRPr b="0" i="0" sz="14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sp>
        <p:nvSpPr>
          <p:cNvPr id="244" name="Google Shape;244;gc48bfaac81_0_373"/>
          <p:cNvSpPr txBox="1"/>
          <p:nvPr/>
        </p:nvSpPr>
        <p:spPr>
          <a:xfrm>
            <a:off x="1811150" y="1153950"/>
            <a:ext cx="6056700" cy="324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" sz="16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cd nombreCarpeta</a:t>
            </a:r>
            <a:endParaRPr b="0" i="0" sz="1600" u="none" cap="none" strike="noStrike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t/>
            </a:r>
            <a:endParaRPr b="0" i="0" sz="500" u="none" cap="none" strike="noStrike">
              <a:solidFill>
                <a:srgbClr val="434343"/>
              </a:solidFill>
              <a:latin typeface="Karla"/>
              <a:ea typeface="Karla"/>
              <a:cs typeface="Karla"/>
              <a:sym typeface="Karl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500" u="none" cap="none" strike="noStrike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rPr>
              <a:t>[</a:t>
            </a:r>
            <a:r>
              <a:rPr b="1" i="0" lang="es" sz="1500" u="none" cap="none" strike="noStrike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rPr>
              <a:t>C</a:t>
            </a:r>
            <a:r>
              <a:rPr b="0" i="0" lang="es" sz="1500" u="none" cap="none" strike="noStrike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rPr>
              <a:t>hange </a:t>
            </a:r>
            <a:r>
              <a:rPr b="1" i="0" lang="es" sz="1500" u="none" cap="none" strike="noStrike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rPr>
              <a:t>D</a:t>
            </a:r>
            <a:r>
              <a:rPr b="0" i="0" lang="es" sz="1500" u="none" cap="none" strike="noStrike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rPr>
              <a:t>irectory] Nos permite acceder a la carpeta que le indiquemos.</a:t>
            </a:r>
            <a:endParaRPr b="0" i="0" sz="1500" u="none" cap="none" strike="noStrike">
              <a:solidFill>
                <a:srgbClr val="434343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t/>
            </a:r>
            <a:endParaRPr b="0" i="0" sz="500" u="none" cap="none" strike="noStrike">
              <a:solidFill>
                <a:srgbClr val="434343"/>
              </a:solidFill>
              <a:latin typeface="Karla"/>
              <a:ea typeface="Karla"/>
              <a:cs typeface="Karla"/>
              <a:sym typeface="Karl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" sz="16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mkdir nombreCarpeta</a:t>
            </a:r>
            <a:endParaRPr b="0" i="0" sz="1600" u="none" cap="none" strike="noStrike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t/>
            </a:r>
            <a:endParaRPr b="0" i="0" sz="500" u="none" cap="none" strike="noStrike">
              <a:solidFill>
                <a:srgbClr val="434343"/>
              </a:solidFill>
              <a:latin typeface="Karla"/>
              <a:ea typeface="Karla"/>
              <a:cs typeface="Karla"/>
              <a:sym typeface="Karl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500" u="none" cap="none" strike="noStrike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rPr>
              <a:t>[</a:t>
            </a:r>
            <a:r>
              <a:rPr b="1" i="0" lang="es" sz="1500" u="none" cap="none" strike="noStrike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rPr>
              <a:t>M</a:t>
            </a:r>
            <a:r>
              <a:rPr b="0" i="0" lang="es" sz="1500" u="none" cap="none" strike="noStrike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rPr>
              <a:t>a</a:t>
            </a:r>
            <a:r>
              <a:rPr b="1" lang="es" sz="15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rPr>
              <a:t>K</a:t>
            </a:r>
            <a:r>
              <a:rPr b="0" i="0" lang="es" sz="1500" u="none" cap="none" strike="noStrike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rPr>
              <a:t>e </a:t>
            </a:r>
            <a:r>
              <a:rPr b="1" i="0" lang="es" sz="1500" u="none" cap="none" strike="noStrike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rPr>
              <a:t>D</a:t>
            </a:r>
            <a:r>
              <a:rPr b="1" i="0" lang="es" sz="1500" u="none" cap="none" strike="noStrike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rPr>
              <a:t>ir</a:t>
            </a:r>
            <a:r>
              <a:rPr b="0" i="0" lang="es" sz="1500" u="none" cap="none" strike="noStrike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rPr>
              <a:t>ectory] Crea una carpeta con el nombre que le indiquemos.</a:t>
            </a:r>
            <a:endParaRPr b="0" i="0" sz="1500" u="none" cap="none" strike="noStrike">
              <a:solidFill>
                <a:srgbClr val="434343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t/>
            </a:r>
            <a:endParaRPr b="0" i="0" sz="500" u="none" cap="none" strike="noStrike">
              <a:solidFill>
                <a:srgbClr val="434343"/>
              </a:solidFill>
              <a:latin typeface="Karla"/>
              <a:ea typeface="Karla"/>
              <a:cs typeface="Karla"/>
              <a:sym typeface="Karl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" sz="16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touch nombreArchivo.extension</a:t>
            </a:r>
            <a:endParaRPr b="0" i="0" sz="1600" u="none" cap="none" strike="noStrike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t/>
            </a:r>
            <a:endParaRPr b="0" i="0" sz="500" u="none" cap="none" strike="noStrike">
              <a:solidFill>
                <a:srgbClr val="434343"/>
              </a:solidFill>
              <a:latin typeface="Karla"/>
              <a:ea typeface="Karla"/>
              <a:cs typeface="Karla"/>
              <a:sym typeface="Karl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s" sz="1600" u="none" cap="none" strike="noStrike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rPr>
              <a:t>Crea un archivo de texto con el nombre que le indiquemos (debemos aclarar la extensión). </a:t>
            </a:r>
            <a:endParaRPr b="0" i="0" sz="1700" u="none" cap="none" strike="noStrike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1" sz="1600" u="none" cap="none" strike="noStrike">
              <a:solidFill>
                <a:srgbClr val="434343"/>
              </a:solidFill>
              <a:latin typeface="Karla"/>
              <a:ea typeface="Karla"/>
              <a:cs typeface="Karla"/>
              <a:sym typeface="Karl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1" sz="1600" u="none" cap="none" strike="noStrike">
              <a:solidFill>
                <a:srgbClr val="434343"/>
              </a:solidFill>
              <a:latin typeface="Karla"/>
              <a:ea typeface="Karla"/>
              <a:cs typeface="Karla"/>
              <a:sym typeface="Karl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3383C"/>
        </a:solidFill>
      </p:bgPr>
    </p:bg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